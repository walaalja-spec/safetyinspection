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454" r:id="rId2"/>
  </p:sldIdLst>
  <p:sldSz cx="12192000" cy="6858000"/>
  <p:notesSz cx="9372600" cy="70866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AAE7E8"/>
    <a:srgbClr val="0AA1AF"/>
    <a:srgbClr val="BFBFBF"/>
    <a:srgbClr val="069DA8"/>
    <a:srgbClr val="FED02F"/>
    <a:srgbClr val="D9D9D9"/>
    <a:srgbClr val="EAEAEA"/>
    <a:srgbClr val="F0F0F0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99"/>
    <p:restoredTop sz="95915"/>
  </p:normalViewPr>
  <p:slideViewPr>
    <p:cSldViewPr snapToGrid="0">
      <p:cViewPr>
        <p:scale>
          <a:sx n="137" d="100"/>
          <a:sy n="137" d="100"/>
        </p:scale>
        <p:origin x="-5416" y="-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5311140" y="0"/>
            <a:ext cx="4061460" cy="355561"/>
          </a:xfrm>
          <a:prstGeom prst="rect">
            <a:avLst/>
          </a:prstGeom>
        </p:spPr>
        <p:txBody>
          <a:bodyPr vert="horz" lIns="94046" tIns="47023" rIns="94046" bIns="47023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2170" y="0"/>
            <a:ext cx="4061460" cy="355561"/>
          </a:xfrm>
          <a:prstGeom prst="rect">
            <a:avLst/>
          </a:prstGeom>
        </p:spPr>
        <p:txBody>
          <a:bodyPr vert="horz" lIns="94046" tIns="47023" rIns="94046" bIns="47023" rtlCol="1"/>
          <a:lstStyle>
            <a:lvl1pPr algn="l">
              <a:defRPr sz="1200"/>
            </a:lvl1pPr>
          </a:lstStyle>
          <a:p>
            <a:fld id="{0A3926C9-6D94-43FE-B44D-D7C701577A62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885825"/>
            <a:ext cx="4251325" cy="2392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937260" y="3410426"/>
            <a:ext cx="7498080" cy="2790349"/>
          </a:xfrm>
          <a:prstGeom prst="rect">
            <a:avLst/>
          </a:prstGeom>
        </p:spPr>
        <p:txBody>
          <a:bodyPr vert="horz" lIns="94046" tIns="47023" rIns="94046" bIns="47023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5311140" y="6731040"/>
            <a:ext cx="4061460" cy="355560"/>
          </a:xfrm>
          <a:prstGeom prst="rect">
            <a:avLst/>
          </a:prstGeom>
        </p:spPr>
        <p:txBody>
          <a:bodyPr vert="horz" lIns="94046" tIns="47023" rIns="94046" bIns="47023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2170" y="6731040"/>
            <a:ext cx="4061460" cy="355560"/>
          </a:xfrm>
          <a:prstGeom prst="rect">
            <a:avLst/>
          </a:prstGeom>
        </p:spPr>
        <p:txBody>
          <a:bodyPr vert="horz" lIns="94046" tIns="47023" rIns="94046" bIns="47023" rtlCol="1" anchor="b"/>
          <a:lstStyle>
            <a:lvl1pPr algn="l">
              <a:defRPr sz="1200"/>
            </a:lvl1pPr>
          </a:lstStyle>
          <a:p>
            <a:fld id="{C44E29F1-30FB-40D8-A652-B6BC13605D1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7362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6DFAA-1F11-BABF-4C65-B014A3F2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DDE3DEC-59FA-5E38-82A8-517A51F7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47F4E24-C5CC-27A1-5449-F9FF5D77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020505D-23D1-A4DA-AB63-ADE4BAF14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E29F1-30FB-40D8-A652-B6BC13605D10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78880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508634F-1CD5-FB10-942B-7CA8A2EBF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15B7ED15-1200-BE37-17A2-665C49084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596658C-86FF-F975-E96C-C1B587B0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63317E6-12FC-3C47-7137-7AEB2904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50DD157-976F-3E1C-A29B-ACB3C7A1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6085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2F3A88-9F76-D7B4-63A1-2357CFB1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66ECFB1-A6A0-54AA-E5A2-3D22D6A8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D0805F1-F46B-C9D1-35DC-07C9F44C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01660F0-90B9-CD01-B9D2-71012E9A6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6C23684-9BE6-4027-74B5-D608D88B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921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7E242E4-1B56-7198-FBD4-ED5D5F22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141BADF-5349-17BD-4354-636E77C4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E31C694-AD4C-AE7E-AD87-600C7CD2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453EACB-567B-8FD7-E927-F8BB50B5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1822D80-4293-0F67-BE2D-A9D623FB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95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CA7211-A55A-DB0F-05BA-4383DF79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FFAC144-B524-FCEE-3F37-71B27CF9C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6C5BD7F-5092-9A06-EB5F-C102330E6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76F47BA-DC5F-474E-692A-20D74112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F9442A2-7149-7FFC-CF0F-6E75DFD9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0035C13-4FFA-DF8C-E0DE-0F67CABD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5057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C30137A-7865-50B0-575F-3155F287A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F414D99-792F-ED73-C737-0C2C9617A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6537B30-77E8-7FCA-17D1-AF9F86A68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491671F3-BDEF-5878-244A-EAE1AD9EB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BCECA2D6-E89A-9B8D-D5E0-F8B33EF9C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11CF59FE-32EB-D3F8-05E2-6E9323EE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742F84B0-2BB5-1BEC-2399-1C9198B6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F11D8E6-9676-8E48-E4DE-F05E9C70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432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E23B65-FBF6-BEED-FA7D-F99978F1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0A18866-F8EA-D71F-10DD-3339A490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7F584FFB-A4E7-E76B-6336-E042D281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6A5F439-9DAD-65B3-7D54-CAAE7341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898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23E5A9CB-2C4F-D2A8-2624-ACB29E0B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061F1D6-F9BF-AE82-3E13-C291E59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9A653E0-55E0-0429-AF35-BD8F9781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480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A95085B-9A3C-DCBB-F64F-351CA4B6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9736491-E83F-4944-A133-0C1C50AB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1F72D488-493A-84A1-EAD6-26B39A918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65D9B62-6B7D-AD71-0190-734B4F31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19DABB3-8430-5868-2473-84248BDC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1FC9E8F-E075-DFBC-8C39-DA70FC71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1494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0E353F-E7CD-81DB-96DB-7AF8AB8EA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15EA3068-4B54-9A72-B72D-96C044406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8872BE3-F4EC-7084-F358-5E717ECA8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4033CBE-D947-AA94-E957-BAB62D3C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351B28C-45DD-A1B6-4522-B4F7F1C5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3BB648C-CD83-F9BF-81DC-54305D1D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3416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865FF7-888D-1E6C-9148-7B4AC250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52ACA72-1111-00E3-D517-38E3E7C7F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19CCD39-9DFA-DC9D-33DB-03C5E6BA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96B722B-EE40-6B4C-F2D5-268C2079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2C9E0C-806E-6D6B-7E73-1DDF141B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3293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2AE67227-08F5-5D85-019D-D5CEFA2EB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41B45C4-1050-0C15-CF29-9F9B3372F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D6D219C-82C2-F866-C5B4-7420487A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02BB4E9-ED9B-160C-D271-49CB87F1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858F312-D90F-3F34-CA59-03685150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17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DF3F26F8-5B40-010D-9DA0-D2C5A132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B4C9DF2-E7D4-FAD7-DF18-E4D8A951A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631A942-4218-19DB-AFEA-C2CF0EBC9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94855-A199-49D6-9AB9-756B4E8687F3}" type="datetimeFigureOut">
              <a:rPr lang="ar-SA" smtClean="0"/>
              <a:t>9 ربيع الأول، 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1C8F13C-2BB0-E500-B621-FA110B6F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27B399F-1C82-50AE-806A-7842EC1D5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B1C3A-EF20-4E84-AAC3-F916BDDDA6D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0399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47B75-286C-63B3-C6E0-99ADD2AD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شكل حر: شكل 24">
            <a:extLst>
              <a:ext uri="{FF2B5EF4-FFF2-40B4-BE49-F238E27FC236}">
                <a16:creationId xmlns:a16="http://schemas.microsoft.com/office/drawing/2014/main" id="{A62F3625-7670-4A76-967E-A7832B50E41E}"/>
              </a:ext>
            </a:extLst>
          </p:cNvPr>
          <p:cNvSpPr/>
          <p:nvPr/>
        </p:nvSpPr>
        <p:spPr>
          <a:xfrm rot="2700000">
            <a:off x="8606244" y="4860814"/>
            <a:ext cx="3096602" cy="3407086"/>
          </a:xfrm>
          <a:custGeom>
            <a:avLst/>
            <a:gdLst>
              <a:gd name="connsiteX0" fmla="*/ 182390 w 3096602"/>
              <a:gd name="connsiteY0" fmla="*/ 182389 h 3407086"/>
              <a:gd name="connsiteX1" fmla="*/ 622717 w 3096602"/>
              <a:gd name="connsiteY1" fmla="*/ 0 h 3407086"/>
              <a:gd name="connsiteX2" fmla="*/ 2709399 w 3096602"/>
              <a:gd name="connsiteY2" fmla="*/ 0 h 3407086"/>
              <a:gd name="connsiteX3" fmla="*/ 3096602 w 3096602"/>
              <a:gd name="connsiteY3" fmla="*/ 387203 h 3407086"/>
              <a:gd name="connsiteX4" fmla="*/ 76719 w 3096602"/>
              <a:gd name="connsiteY4" fmla="*/ 3407086 h 3407086"/>
              <a:gd name="connsiteX5" fmla="*/ 48936 w 3096602"/>
              <a:gd name="connsiteY5" fmla="*/ 3355901 h 3407086"/>
              <a:gd name="connsiteX6" fmla="*/ 0 w 3096602"/>
              <a:gd name="connsiteY6" fmla="*/ 3113511 h 3407086"/>
              <a:gd name="connsiteX7" fmla="*/ 0 w 3096602"/>
              <a:gd name="connsiteY7" fmla="*/ 622717 h 3407086"/>
              <a:gd name="connsiteX8" fmla="*/ 182390 w 3096602"/>
              <a:gd name="connsiteY8" fmla="*/ 182389 h 340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96602" h="3407086">
                <a:moveTo>
                  <a:pt x="182390" y="182389"/>
                </a:moveTo>
                <a:cubicBezTo>
                  <a:pt x="295079" y="69700"/>
                  <a:pt x="450758" y="0"/>
                  <a:pt x="622717" y="0"/>
                </a:cubicBezTo>
                <a:lnTo>
                  <a:pt x="2709399" y="0"/>
                </a:lnTo>
                <a:lnTo>
                  <a:pt x="3096602" y="387203"/>
                </a:lnTo>
                <a:lnTo>
                  <a:pt x="76719" y="3407086"/>
                </a:lnTo>
                <a:lnTo>
                  <a:pt x="48936" y="3355901"/>
                </a:lnTo>
                <a:cubicBezTo>
                  <a:pt x="17425" y="3281399"/>
                  <a:pt x="0" y="3199490"/>
                  <a:pt x="0" y="3113511"/>
                </a:cubicBezTo>
                <a:lnTo>
                  <a:pt x="0" y="622717"/>
                </a:lnTo>
                <a:cubicBezTo>
                  <a:pt x="0" y="450758"/>
                  <a:pt x="69700" y="295079"/>
                  <a:pt x="182390" y="182389"/>
                </a:cubicBezTo>
                <a:close/>
              </a:path>
            </a:pathLst>
          </a:custGeom>
          <a:ln w="38100">
            <a:solidFill>
              <a:srgbClr val="FED02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>
              <a:ln>
                <a:solidFill>
                  <a:srgbClr val="FED02F"/>
                </a:solidFill>
              </a:ln>
              <a:solidFill>
                <a:srgbClr val="0AA1AF"/>
              </a:solidFill>
            </a:endParaRPr>
          </a:p>
        </p:txBody>
      </p:sp>
      <p:sp>
        <p:nvSpPr>
          <p:cNvPr id="27" name="شكل حر: شكل 26">
            <a:extLst>
              <a:ext uri="{FF2B5EF4-FFF2-40B4-BE49-F238E27FC236}">
                <a16:creationId xmlns:a16="http://schemas.microsoft.com/office/drawing/2014/main" id="{37471225-78A6-4706-AD9F-C655C1B9FE65}"/>
              </a:ext>
            </a:extLst>
          </p:cNvPr>
          <p:cNvSpPr/>
          <p:nvPr/>
        </p:nvSpPr>
        <p:spPr>
          <a:xfrm rot="2700000">
            <a:off x="8674044" y="4959698"/>
            <a:ext cx="3028534" cy="3210046"/>
          </a:xfrm>
          <a:custGeom>
            <a:avLst/>
            <a:gdLst>
              <a:gd name="connsiteX0" fmla="*/ 173764 w 3028534"/>
              <a:gd name="connsiteY0" fmla="*/ 171841 h 3210046"/>
              <a:gd name="connsiteX1" fmla="*/ 593267 w 3028534"/>
              <a:gd name="connsiteY1" fmla="*/ 0 h 3210046"/>
              <a:gd name="connsiteX2" fmla="*/ 2741235 w 3028534"/>
              <a:gd name="connsiteY2" fmla="*/ 0 h 3210046"/>
              <a:gd name="connsiteX3" fmla="*/ 3028534 w 3028534"/>
              <a:gd name="connsiteY3" fmla="*/ 287298 h 3210046"/>
              <a:gd name="connsiteX4" fmla="*/ 73091 w 3028534"/>
              <a:gd name="connsiteY4" fmla="*/ 3210046 h 3210046"/>
              <a:gd name="connsiteX5" fmla="*/ 46622 w 3028534"/>
              <a:gd name="connsiteY5" fmla="*/ 3161821 h 3210046"/>
              <a:gd name="connsiteX6" fmla="*/ 0 w 3028534"/>
              <a:gd name="connsiteY6" fmla="*/ 2933449 h 3210046"/>
              <a:gd name="connsiteX7" fmla="*/ 0 w 3028534"/>
              <a:gd name="connsiteY7" fmla="*/ 586703 h 3210046"/>
              <a:gd name="connsiteX8" fmla="*/ 173764 w 3028534"/>
              <a:gd name="connsiteY8" fmla="*/ 171841 h 321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8534" h="3210046">
                <a:moveTo>
                  <a:pt x="173764" y="171841"/>
                </a:moveTo>
                <a:cubicBezTo>
                  <a:pt x="281124" y="65669"/>
                  <a:pt x="429440" y="0"/>
                  <a:pt x="593267" y="0"/>
                </a:cubicBezTo>
                <a:lnTo>
                  <a:pt x="2741235" y="0"/>
                </a:lnTo>
                <a:lnTo>
                  <a:pt x="3028534" y="287298"/>
                </a:lnTo>
                <a:lnTo>
                  <a:pt x="73091" y="3210046"/>
                </a:lnTo>
                <a:lnTo>
                  <a:pt x="46622" y="3161821"/>
                </a:lnTo>
                <a:cubicBezTo>
                  <a:pt x="16601" y="3091628"/>
                  <a:pt x="0" y="3014456"/>
                  <a:pt x="0" y="2933449"/>
                </a:cubicBezTo>
                <a:lnTo>
                  <a:pt x="0" y="586703"/>
                </a:lnTo>
                <a:cubicBezTo>
                  <a:pt x="0" y="424690"/>
                  <a:pt x="66404" y="278014"/>
                  <a:pt x="173764" y="17184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6" name="متوازي أضلاع 35" hidden="1">
            <a:extLst>
              <a:ext uri="{FF2B5EF4-FFF2-40B4-BE49-F238E27FC236}">
                <a16:creationId xmlns:a16="http://schemas.microsoft.com/office/drawing/2014/main" id="{F4C6E218-59CD-E5AE-BDBC-E19664EE2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78173" y="2520887"/>
            <a:ext cx="8270701" cy="2428875"/>
          </a:xfrm>
          <a:prstGeom prst="parallelogram">
            <a:avLst/>
          </a:prstGeom>
          <a:noFill/>
          <a:ln w="76200" cmpd="sng">
            <a:solidFill>
              <a:srgbClr val="FED02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 anchorCtr="0"/>
          <a:lstStyle/>
          <a:p>
            <a:pPr algn="ctr"/>
            <a:endParaRPr lang="ar-SA"/>
          </a:p>
        </p:txBody>
      </p:sp>
      <p:grpSp>
        <p:nvGrpSpPr>
          <p:cNvPr id="71" name="مجموعة 70">
            <a:extLst>
              <a:ext uri="{FF2B5EF4-FFF2-40B4-BE49-F238E27FC236}">
                <a16:creationId xmlns:a16="http://schemas.microsoft.com/office/drawing/2014/main" id="{8B74A4B1-B3FF-3B33-A5C5-671C0F01E615}"/>
              </a:ext>
            </a:extLst>
          </p:cNvPr>
          <p:cNvGrpSpPr/>
          <p:nvPr/>
        </p:nvGrpSpPr>
        <p:grpSpPr>
          <a:xfrm>
            <a:off x="0" y="6658993"/>
            <a:ext cx="12192000" cy="199007"/>
            <a:chOff x="0" y="6534155"/>
            <a:chExt cx="12192000" cy="323845"/>
          </a:xfrm>
        </p:grpSpPr>
        <p:sp>
          <p:nvSpPr>
            <p:cNvPr id="69" name="مستطيل 68">
              <a:extLst>
                <a:ext uri="{FF2B5EF4-FFF2-40B4-BE49-F238E27FC236}">
                  <a16:creationId xmlns:a16="http://schemas.microsoft.com/office/drawing/2014/main" id="{5E9CA957-D91E-3953-1543-ECC70EC9F051}"/>
                </a:ext>
              </a:extLst>
            </p:cNvPr>
            <p:cNvSpPr/>
            <p:nvPr/>
          </p:nvSpPr>
          <p:spPr>
            <a:xfrm>
              <a:off x="0" y="6534155"/>
              <a:ext cx="9703558" cy="323845"/>
            </a:xfrm>
            <a:custGeom>
              <a:avLst/>
              <a:gdLst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703558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  <a:gd name="connsiteX0" fmla="*/ 0 w 9703558"/>
                <a:gd name="connsiteY0" fmla="*/ 0 h 323845"/>
                <a:gd name="connsiteX1" fmla="*/ 9703558 w 9703558"/>
                <a:gd name="connsiteY1" fmla="*/ 0 h 323845"/>
                <a:gd name="connsiteX2" fmla="*/ 9389660 w 9703558"/>
                <a:gd name="connsiteY2" fmla="*/ 323845 h 323845"/>
                <a:gd name="connsiteX3" fmla="*/ 0 w 9703558"/>
                <a:gd name="connsiteY3" fmla="*/ 323845 h 323845"/>
                <a:gd name="connsiteX4" fmla="*/ 0 w 9703558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558" h="323845">
                  <a:moveTo>
                    <a:pt x="0" y="0"/>
                  </a:moveTo>
                  <a:lnTo>
                    <a:pt x="9703558" y="0"/>
                  </a:lnTo>
                  <a:lnTo>
                    <a:pt x="9389660" y="323845"/>
                  </a:lnTo>
                  <a:lnTo>
                    <a:pt x="0" y="32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A1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70" name="مستطيل 69">
              <a:extLst>
                <a:ext uri="{FF2B5EF4-FFF2-40B4-BE49-F238E27FC236}">
                  <a16:creationId xmlns:a16="http://schemas.microsoft.com/office/drawing/2014/main" id="{F65E975D-ECFB-BAEA-BF0F-F90D8C649359}"/>
                </a:ext>
              </a:extLst>
            </p:cNvPr>
            <p:cNvSpPr/>
            <p:nvPr/>
          </p:nvSpPr>
          <p:spPr>
            <a:xfrm>
              <a:off x="9362364" y="6534155"/>
              <a:ext cx="2829636" cy="323845"/>
            </a:xfrm>
            <a:custGeom>
              <a:avLst/>
              <a:gdLst>
                <a:gd name="connsiteX0" fmla="*/ 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0 w 2829636"/>
                <a:gd name="connsiteY4" fmla="*/ 0 h 323845"/>
                <a:gd name="connsiteX0" fmla="*/ 243840 w 2829636"/>
                <a:gd name="connsiteY0" fmla="*/ 0 h 323845"/>
                <a:gd name="connsiteX1" fmla="*/ 2829636 w 2829636"/>
                <a:gd name="connsiteY1" fmla="*/ 0 h 323845"/>
                <a:gd name="connsiteX2" fmla="*/ 2829636 w 2829636"/>
                <a:gd name="connsiteY2" fmla="*/ 323845 h 323845"/>
                <a:gd name="connsiteX3" fmla="*/ 0 w 2829636"/>
                <a:gd name="connsiteY3" fmla="*/ 323845 h 323845"/>
                <a:gd name="connsiteX4" fmla="*/ 243840 w 2829636"/>
                <a:gd name="connsiteY4" fmla="*/ 0 h 32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636" h="323845">
                  <a:moveTo>
                    <a:pt x="243840" y="0"/>
                  </a:moveTo>
                  <a:lnTo>
                    <a:pt x="2829636" y="0"/>
                  </a:lnTo>
                  <a:lnTo>
                    <a:pt x="2829636" y="323845"/>
                  </a:lnTo>
                  <a:lnTo>
                    <a:pt x="0" y="323845"/>
                  </a:lnTo>
                  <a:lnTo>
                    <a:pt x="243840" y="0"/>
                  </a:lnTo>
                  <a:close/>
                </a:path>
              </a:pathLst>
            </a:custGeom>
            <a:solidFill>
              <a:srgbClr val="FED0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" name="Google Shape;76;p10">
            <a:extLst>
              <a:ext uri="{FF2B5EF4-FFF2-40B4-BE49-F238E27FC236}">
                <a16:creationId xmlns:a16="http://schemas.microsoft.com/office/drawing/2014/main" id="{9CC515DA-9DC8-E9AF-20B6-CC88AD1DEDD7}"/>
              </a:ext>
            </a:extLst>
          </p:cNvPr>
          <p:cNvSpPr txBox="1"/>
          <p:nvPr/>
        </p:nvSpPr>
        <p:spPr>
          <a:xfrm>
            <a:off x="9531024" y="6253460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اعتماد جهة الاشراف :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" name="Google Shape;372;p23">
            <a:extLst>
              <a:ext uri="{FF2B5EF4-FFF2-40B4-BE49-F238E27FC236}">
                <a16:creationId xmlns:a16="http://schemas.microsoft.com/office/drawing/2014/main" id="{CF4516BC-A392-D6E1-E94A-7BB64B8D698A}"/>
              </a:ext>
            </a:extLst>
          </p:cNvPr>
          <p:cNvSpPr/>
          <p:nvPr/>
        </p:nvSpPr>
        <p:spPr>
          <a:xfrm>
            <a:off x="7530169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39" name="Google Shape;76;p10">
            <a:extLst>
              <a:ext uri="{FF2B5EF4-FFF2-40B4-BE49-F238E27FC236}">
                <a16:creationId xmlns:a16="http://schemas.microsoft.com/office/drawing/2014/main" id="{D6AFA374-BDEA-07E4-ADBC-EA8FB0A0B3A3}"/>
              </a:ext>
            </a:extLst>
          </p:cNvPr>
          <p:cNvSpPr txBox="1"/>
          <p:nvPr/>
        </p:nvSpPr>
        <p:spPr>
          <a:xfrm>
            <a:off x="7342230" y="28241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49" name="Google Shape;76;p10">
            <a:extLst>
              <a:ext uri="{FF2B5EF4-FFF2-40B4-BE49-F238E27FC236}">
                <a16:creationId xmlns:a16="http://schemas.microsoft.com/office/drawing/2014/main" id="{E18398F0-5037-144C-CADD-CC2A5466A3FE}"/>
              </a:ext>
            </a:extLst>
          </p:cNvPr>
          <p:cNvSpPr txBox="1"/>
          <p:nvPr/>
        </p:nvSpPr>
        <p:spPr>
          <a:xfrm>
            <a:off x="5328423" y="284913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تجريبية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2" name="Google Shape;372;p23">
            <a:extLst>
              <a:ext uri="{FF2B5EF4-FFF2-40B4-BE49-F238E27FC236}">
                <a16:creationId xmlns:a16="http://schemas.microsoft.com/office/drawing/2014/main" id="{68C50C10-2D31-895D-F452-A059EB46913D}"/>
              </a:ext>
            </a:extLst>
          </p:cNvPr>
          <p:cNvSpPr/>
          <p:nvPr/>
        </p:nvSpPr>
        <p:spPr>
          <a:xfrm>
            <a:off x="5663628" y="290087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3" name="Google Shape;76;p10">
            <a:extLst>
              <a:ext uri="{FF2B5EF4-FFF2-40B4-BE49-F238E27FC236}">
                <a16:creationId xmlns:a16="http://schemas.microsoft.com/office/drawing/2014/main" id="{244CF5B4-C33C-F19A-8E9E-7C0F46C6624D}"/>
              </a:ext>
            </a:extLst>
          </p:cNvPr>
          <p:cNvSpPr txBox="1"/>
          <p:nvPr/>
        </p:nvSpPr>
        <p:spPr>
          <a:xfrm>
            <a:off x="5564642" y="285796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الموقع العام</a:t>
            </a:r>
          </a:p>
        </p:txBody>
      </p:sp>
      <p:sp>
        <p:nvSpPr>
          <p:cNvPr id="54" name="Google Shape;76;p10">
            <a:extLst>
              <a:ext uri="{FF2B5EF4-FFF2-40B4-BE49-F238E27FC236}">
                <a16:creationId xmlns:a16="http://schemas.microsoft.com/office/drawing/2014/main" id="{4F078C06-89D9-9FB3-46DA-4DE3DFDE7F98}"/>
              </a:ext>
            </a:extLst>
          </p:cNvPr>
          <p:cNvSpPr txBox="1"/>
          <p:nvPr/>
        </p:nvSpPr>
        <p:spPr>
          <a:xfrm>
            <a:off x="8884945" y="4761953"/>
            <a:ext cx="270238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200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ملاحظات</a:t>
            </a:r>
            <a:endParaRPr sz="200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5" name="Google Shape;372;p23">
            <a:extLst>
              <a:ext uri="{FF2B5EF4-FFF2-40B4-BE49-F238E27FC236}">
                <a16:creationId xmlns:a16="http://schemas.microsoft.com/office/drawing/2014/main" id="{22E8B984-6F68-2ECA-376E-5B0B2BEE2DBF}"/>
              </a:ext>
            </a:extLst>
          </p:cNvPr>
          <p:cNvSpPr/>
          <p:nvPr/>
        </p:nvSpPr>
        <p:spPr>
          <a:xfrm>
            <a:off x="7530169" y="4672807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7" name="Google Shape;372;p23">
            <a:extLst>
              <a:ext uri="{FF2B5EF4-FFF2-40B4-BE49-F238E27FC236}">
                <a16:creationId xmlns:a16="http://schemas.microsoft.com/office/drawing/2014/main" id="{2984D447-EAB7-B34C-3DCA-F19CAC506282}"/>
              </a:ext>
            </a:extLst>
          </p:cNvPr>
          <p:cNvSpPr/>
          <p:nvPr/>
        </p:nvSpPr>
        <p:spPr>
          <a:xfrm>
            <a:off x="6086992" y="646423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59" name="Google Shape;372;p23">
            <a:extLst>
              <a:ext uri="{FF2B5EF4-FFF2-40B4-BE49-F238E27FC236}">
                <a16:creationId xmlns:a16="http://schemas.microsoft.com/office/drawing/2014/main" id="{62889F3E-D484-C62A-7E32-84D3858C839B}"/>
              </a:ext>
            </a:extLst>
          </p:cNvPr>
          <p:cNvSpPr/>
          <p:nvPr/>
        </p:nvSpPr>
        <p:spPr>
          <a:xfrm>
            <a:off x="5670197" y="469325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1" name="Google Shape;372;p23">
            <a:extLst>
              <a:ext uri="{FF2B5EF4-FFF2-40B4-BE49-F238E27FC236}">
                <a16:creationId xmlns:a16="http://schemas.microsoft.com/office/drawing/2014/main" id="{B64A8A80-3D08-906C-7690-77BB966A197A}"/>
              </a:ext>
            </a:extLst>
          </p:cNvPr>
          <p:cNvSpPr/>
          <p:nvPr/>
        </p:nvSpPr>
        <p:spPr>
          <a:xfrm>
            <a:off x="3792597" y="2903731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5" name="Google Shape;372;p23">
            <a:extLst>
              <a:ext uri="{FF2B5EF4-FFF2-40B4-BE49-F238E27FC236}">
                <a16:creationId xmlns:a16="http://schemas.microsoft.com/office/drawing/2014/main" id="{C2FF999D-1216-6024-33E3-B04907889A3E}"/>
              </a:ext>
            </a:extLst>
          </p:cNvPr>
          <p:cNvSpPr/>
          <p:nvPr/>
        </p:nvSpPr>
        <p:spPr>
          <a:xfrm>
            <a:off x="3784099" y="469253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2" name="Google Shape;372;p23">
            <a:extLst>
              <a:ext uri="{FF2B5EF4-FFF2-40B4-BE49-F238E27FC236}">
                <a16:creationId xmlns:a16="http://schemas.microsoft.com/office/drawing/2014/main" id="{9B149DB5-3801-63FD-EB03-3B39518BBA6C}"/>
              </a:ext>
            </a:extLst>
          </p:cNvPr>
          <p:cNvSpPr/>
          <p:nvPr/>
        </p:nvSpPr>
        <p:spPr>
          <a:xfrm>
            <a:off x="4199473" y="642998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7" name="Google Shape;372;p23">
            <a:extLst>
              <a:ext uri="{FF2B5EF4-FFF2-40B4-BE49-F238E27FC236}">
                <a16:creationId xmlns:a16="http://schemas.microsoft.com/office/drawing/2014/main" id="{9A1855A3-85F4-AB7C-3551-417BDA43EF04}"/>
              </a:ext>
            </a:extLst>
          </p:cNvPr>
          <p:cNvSpPr/>
          <p:nvPr/>
        </p:nvSpPr>
        <p:spPr>
          <a:xfrm>
            <a:off x="1898341" y="287538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79" name="Google Shape;372;p23">
            <a:extLst>
              <a:ext uri="{FF2B5EF4-FFF2-40B4-BE49-F238E27FC236}">
                <a16:creationId xmlns:a16="http://schemas.microsoft.com/office/drawing/2014/main" id="{E1A51023-5960-CDA1-8EE0-AD8686C6F424}"/>
              </a:ext>
            </a:extLst>
          </p:cNvPr>
          <p:cNvSpPr/>
          <p:nvPr/>
        </p:nvSpPr>
        <p:spPr>
          <a:xfrm>
            <a:off x="1915930" y="4706048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1" name="Google Shape;372;p23">
            <a:extLst>
              <a:ext uri="{FF2B5EF4-FFF2-40B4-BE49-F238E27FC236}">
                <a16:creationId xmlns:a16="http://schemas.microsoft.com/office/drawing/2014/main" id="{CC0B1AF6-7985-3000-D996-877165D2111C}"/>
              </a:ext>
            </a:extLst>
          </p:cNvPr>
          <p:cNvSpPr/>
          <p:nvPr/>
        </p:nvSpPr>
        <p:spPr>
          <a:xfrm>
            <a:off x="2321871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3" name="Google Shape;372;p23">
            <a:extLst>
              <a:ext uri="{FF2B5EF4-FFF2-40B4-BE49-F238E27FC236}">
                <a16:creationId xmlns:a16="http://schemas.microsoft.com/office/drawing/2014/main" id="{F94AB877-651B-EAC0-CF30-20029892384C}"/>
              </a:ext>
            </a:extLst>
          </p:cNvPr>
          <p:cNvSpPr/>
          <p:nvPr/>
        </p:nvSpPr>
        <p:spPr>
          <a:xfrm>
            <a:off x="367417" y="6448754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5" name="Google Shape;372;p23">
            <a:extLst>
              <a:ext uri="{FF2B5EF4-FFF2-40B4-BE49-F238E27FC236}">
                <a16:creationId xmlns:a16="http://schemas.microsoft.com/office/drawing/2014/main" id="{DED72D19-7C57-662D-715F-4D39ABD6A4A0}"/>
              </a:ext>
            </a:extLst>
          </p:cNvPr>
          <p:cNvSpPr/>
          <p:nvPr/>
        </p:nvSpPr>
        <p:spPr>
          <a:xfrm>
            <a:off x="57266" y="2883889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7" name="Google Shape;372;p23">
            <a:extLst>
              <a:ext uri="{FF2B5EF4-FFF2-40B4-BE49-F238E27FC236}">
                <a16:creationId xmlns:a16="http://schemas.microsoft.com/office/drawing/2014/main" id="{451FA540-5529-E325-C090-5C12342DD233}"/>
              </a:ext>
            </a:extLst>
          </p:cNvPr>
          <p:cNvSpPr/>
          <p:nvPr/>
        </p:nvSpPr>
        <p:spPr>
          <a:xfrm>
            <a:off x="57266" y="4709903"/>
            <a:ext cx="1657114" cy="175744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F3F3F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89" name="Google Shape;76;p10">
            <a:extLst>
              <a:ext uri="{FF2B5EF4-FFF2-40B4-BE49-F238E27FC236}">
                <a16:creationId xmlns:a16="http://schemas.microsoft.com/office/drawing/2014/main" id="{D19CA98E-F75E-CC3E-9751-A7F8E5129568}"/>
              </a:ext>
            </a:extLst>
          </p:cNvPr>
          <p:cNvSpPr txBox="1"/>
          <p:nvPr/>
        </p:nvSpPr>
        <p:spPr>
          <a:xfrm>
            <a:off x="3670984" y="283788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0" name="Google Shape;76;p10">
            <a:extLst>
              <a:ext uri="{FF2B5EF4-FFF2-40B4-BE49-F238E27FC236}">
                <a16:creationId xmlns:a16="http://schemas.microsoft.com/office/drawing/2014/main" id="{508146F8-CB84-D12F-C535-346AF6237CF8}"/>
              </a:ext>
            </a:extLst>
          </p:cNvPr>
          <p:cNvSpPr txBox="1"/>
          <p:nvPr/>
        </p:nvSpPr>
        <p:spPr>
          <a:xfrm>
            <a:off x="-58762" y="4674932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السطح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1" name="Google Shape;76;p10">
            <a:extLst>
              <a:ext uri="{FF2B5EF4-FFF2-40B4-BE49-F238E27FC236}">
                <a16:creationId xmlns:a16="http://schemas.microsoft.com/office/drawing/2014/main" id="{8A424AB4-6B60-68C9-1033-746C2AC54486}"/>
              </a:ext>
            </a:extLst>
          </p:cNvPr>
          <p:cNvSpPr txBox="1"/>
          <p:nvPr/>
        </p:nvSpPr>
        <p:spPr>
          <a:xfrm>
            <a:off x="1756984" y="4663135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الممرات</a:t>
            </a:r>
          </a:p>
        </p:txBody>
      </p:sp>
      <p:sp>
        <p:nvSpPr>
          <p:cNvPr id="92" name="Google Shape;76;p10">
            <a:extLst>
              <a:ext uri="{FF2B5EF4-FFF2-40B4-BE49-F238E27FC236}">
                <a16:creationId xmlns:a16="http://schemas.microsoft.com/office/drawing/2014/main" id="{389249EE-5804-6146-6FA0-8B57C8F2BB6A}"/>
              </a:ext>
            </a:extLst>
          </p:cNvPr>
          <p:cNvSpPr txBox="1"/>
          <p:nvPr/>
        </p:nvSpPr>
        <p:spPr>
          <a:xfrm>
            <a:off x="3658699" y="4653733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الحمام / المطبخ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3" name="Google Shape;76;p10">
            <a:extLst>
              <a:ext uri="{FF2B5EF4-FFF2-40B4-BE49-F238E27FC236}">
                <a16:creationId xmlns:a16="http://schemas.microsoft.com/office/drawing/2014/main" id="{C9B97FC7-3D85-F243-250F-EF196ED3DAFA}"/>
              </a:ext>
            </a:extLst>
          </p:cNvPr>
          <p:cNvSpPr txBox="1"/>
          <p:nvPr/>
        </p:nvSpPr>
        <p:spPr>
          <a:xfrm>
            <a:off x="5571601" y="4641920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4" name="Google Shape;76;p10">
            <a:extLst>
              <a:ext uri="{FF2B5EF4-FFF2-40B4-BE49-F238E27FC236}">
                <a16:creationId xmlns:a16="http://schemas.microsoft.com/office/drawing/2014/main" id="{C80029D6-2F6F-7C03-5AEF-5AC0C5F1C63C}"/>
              </a:ext>
            </a:extLst>
          </p:cNvPr>
          <p:cNvSpPr txBox="1"/>
          <p:nvPr/>
        </p:nvSpPr>
        <p:spPr>
          <a:xfrm>
            <a:off x="7366681" y="4631677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</a:p>
        </p:txBody>
      </p:sp>
      <p:sp>
        <p:nvSpPr>
          <p:cNvPr id="95" name="Google Shape;76;p10">
            <a:extLst>
              <a:ext uri="{FF2B5EF4-FFF2-40B4-BE49-F238E27FC236}">
                <a16:creationId xmlns:a16="http://schemas.microsoft.com/office/drawing/2014/main" id="{6E9E623B-EF16-192B-A548-D2019C30D337}"/>
              </a:ext>
            </a:extLst>
          </p:cNvPr>
          <p:cNvSpPr txBox="1"/>
          <p:nvPr/>
        </p:nvSpPr>
        <p:spPr>
          <a:xfrm>
            <a:off x="1776888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ar-SA" sz="105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صورة المدرسة / المبنى</a:t>
            </a:r>
          </a:p>
        </p:txBody>
      </p:sp>
      <p:sp>
        <p:nvSpPr>
          <p:cNvPr id="96" name="Google Shape;76;p10">
            <a:extLst>
              <a:ext uri="{FF2B5EF4-FFF2-40B4-BE49-F238E27FC236}">
                <a16:creationId xmlns:a16="http://schemas.microsoft.com/office/drawing/2014/main" id="{AEF2ECD8-F594-1C6B-CFF8-625C81A88BA8}"/>
              </a:ext>
            </a:extLst>
          </p:cNvPr>
          <p:cNvSpPr txBox="1"/>
          <p:nvPr/>
        </p:nvSpPr>
        <p:spPr>
          <a:xfrm>
            <a:off x="-135470" y="284572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صور للفصول / المكاتب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7" name="Google Shape;76;p10">
            <a:extLst>
              <a:ext uri="{FF2B5EF4-FFF2-40B4-BE49-F238E27FC236}">
                <a16:creationId xmlns:a16="http://schemas.microsoft.com/office/drawing/2014/main" id="{A4306AFA-8F35-983B-6934-383FE7645A40}"/>
              </a:ext>
            </a:extLst>
          </p:cNvPr>
          <p:cNvSpPr txBox="1"/>
          <p:nvPr/>
        </p:nvSpPr>
        <p:spPr>
          <a:xfrm>
            <a:off x="5967625" y="643019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8" name="Google Shape;76;p10">
            <a:extLst>
              <a:ext uri="{FF2B5EF4-FFF2-40B4-BE49-F238E27FC236}">
                <a16:creationId xmlns:a16="http://schemas.microsoft.com/office/drawing/2014/main" id="{DE2F73C4-B3DA-F7D0-32D1-50CDACE1DF11}"/>
              </a:ext>
            </a:extLst>
          </p:cNvPr>
          <p:cNvSpPr txBox="1"/>
          <p:nvPr/>
        </p:nvSpPr>
        <p:spPr>
          <a:xfrm>
            <a:off x="3993435" y="6408984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99" name="Google Shape;76;p10">
            <a:extLst>
              <a:ext uri="{FF2B5EF4-FFF2-40B4-BE49-F238E27FC236}">
                <a16:creationId xmlns:a16="http://schemas.microsoft.com/office/drawing/2014/main" id="{7038E006-45FD-7D89-5125-92F619E50746}"/>
              </a:ext>
            </a:extLst>
          </p:cNvPr>
          <p:cNvSpPr txBox="1"/>
          <p:nvPr/>
        </p:nvSpPr>
        <p:spPr>
          <a:xfrm>
            <a:off x="2164894" y="6419956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100" name="Google Shape;76;p10">
            <a:extLst>
              <a:ext uri="{FF2B5EF4-FFF2-40B4-BE49-F238E27FC236}">
                <a16:creationId xmlns:a16="http://schemas.microsoft.com/office/drawing/2014/main" id="{58415AAB-8B8F-F816-3713-A468F5ABAB68}"/>
              </a:ext>
            </a:extLst>
          </p:cNvPr>
          <p:cNvSpPr txBox="1"/>
          <p:nvPr/>
        </p:nvSpPr>
        <p:spPr>
          <a:xfrm>
            <a:off x="190704" y="6428881"/>
            <a:ext cx="1970831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050" b="0" i="0" u="none" strike="noStrike" cap="none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الأمن والسلامة</a:t>
            </a:r>
            <a:endParaRPr sz="1050" b="0" i="0" u="none" strike="noStrike" cap="none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5DB78FED-5495-1C63-0F61-34EFA0975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5095845"/>
            <a:ext cx="1648105" cy="1227993"/>
          </a:xfrm>
          <a:prstGeom prst="rect">
            <a:avLst/>
          </a:prstGeom>
        </p:spPr>
      </p:pic>
      <p:sp>
        <p:nvSpPr>
          <p:cNvPr id="10" name="Google Shape;79;p10">
            <a:extLst>
              <a:ext uri="{FF2B5EF4-FFF2-40B4-BE49-F238E27FC236}">
                <a16:creationId xmlns:a16="http://schemas.microsoft.com/office/drawing/2014/main" id="{2B545F4D-DB46-2050-4B2D-7A347621383B}"/>
              </a:ext>
            </a:extLst>
          </p:cNvPr>
          <p:cNvSpPr txBox="1"/>
          <p:nvPr/>
        </p:nvSpPr>
        <p:spPr>
          <a:xfrm>
            <a:off x="3417970" y="850502"/>
            <a:ext cx="4956395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 تحفيظ القرآن الكريم الابتدائية و المتوسطة </a:t>
            </a:r>
            <a:r>
              <a:rPr lang="ar-SA" sz="1100" b="1" err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ببطحان</a:t>
            </a:r>
            <a:r>
              <a:rPr lang="ar-SA" sz="11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صورة 17" descr="صورة تحتوي على شعار, الرسومات, رمز, الخط&#10;&#10;تم إنشاء الوصف تلقائياً">
            <a:extLst>
              <a:ext uri="{FF2B5EF4-FFF2-40B4-BE49-F238E27FC236}">
                <a16:creationId xmlns:a16="http://schemas.microsoft.com/office/drawing/2014/main" id="{EE487A04-24CA-6F93-59BA-6C1817F8C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88" y="227039"/>
            <a:ext cx="1097808" cy="562723"/>
          </a:xfrm>
          <a:prstGeom prst="rect">
            <a:avLst/>
          </a:prstGeom>
        </p:spPr>
      </p:pic>
      <p:pic>
        <p:nvPicPr>
          <p:cNvPr id="13" name="صورة 66" descr="صورة تحتوي على نص, الخط, الرسومات, لقطة شاشة&#10;&#10;تم إنشاء الوصف تلقائياً">
            <a:extLst>
              <a:ext uri="{FF2B5EF4-FFF2-40B4-BE49-F238E27FC236}">
                <a16:creationId xmlns:a16="http://schemas.microsoft.com/office/drawing/2014/main" id="{E9A9CD7F-5886-7AE7-4442-5881587B5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0" y="199007"/>
            <a:ext cx="984461" cy="648505"/>
          </a:xfrm>
          <a:prstGeom prst="rect">
            <a:avLst/>
          </a:prstGeom>
        </p:spPr>
      </p:pic>
      <p:sp>
        <p:nvSpPr>
          <p:cNvPr id="14" name="Google Shape;75;p10">
            <a:extLst>
              <a:ext uri="{FF2B5EF4-FFF2-40B4-BE49-F238E27FC236}">
                <a16:creationId xmlns:a16="http://schemas.microsoft.com/office/drawing/2014/main" id="{EE6FF8AF-C3EC-FD1F-F66E-F1A3F286C61A}"/>
              </a:ext>
            </a:extLst>
          </p:cNvPr>
          <p:cNvSpPr txBox="1"/>
          <p:nvPr/>
        </p:nvSpPr>
        <p:spPr>
          <a:xfrm>
            <a:off x="3146590" y="456265"/>
            <a:ext cx="569360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عقد /  تشغيل و صيانة و إصلاح المباني التعلمية بقطاع العارضة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400" b="1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(بنين – بنات)  مقاولة شركة / القدري </a:t>
            </a:r>
            <a:endParaRPr sz="1400" b="1" i="0" u="none" strike="noStrike" cap="none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5" name="Google Shape;132;p1">
            <a:extLst>
              <a:ext uri="{FF2B5EF4-FFF2-40B4-BE49-F238E27FC236}">
                <a16:creationId xmlns:a16="http://schemas.microsoft.com/office/drawing/2014/main" id="{CC250666-99D3-5EBB-F7C9-9837AF02DB5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7549" y="216801"/>
            <a:ext cx="1097808" cy="6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شكل حر: شكل 30">
            <a:extLst>
              <a:ext uri="{FF2B5EF4-FFF2-40B4-BE49-F238E27FC236}">
                <a16:creationId xmlns:a16="http://schemas.microsoft.com/office/drawing/2014/main" id="{128EF2FA-1167-4674-C704-8584B6F8147F}"/>
              </a:ext>
            </a:extLst>
          </p:cNvPr>
          <p:cNvSpPr/>
          <p:nvPr/>
        </p:nvSpPr>
        <p:spPr>
          <a:xfrm rot="2700000">
            <a:off x="9647579" y="691527"/>
            <a:ext cx="4752000" cy="4278591"/>
          </a:xfrm>
          <a:custGeom>
            <a:avLst/>
            <a:gdLst>
              <a:gd name="connsiteX0" fmla="*/ 474885 w 4753477"/>
              <a:gd name="connsiteY0" fmla="*/ 0 h 4278591"/>
              <a:gd name="connsiteX1" fmla="*/ 4753477 w 4753477"/>
              <a:gd name="connsiteY1" fmla="*/ 4278591 h 4278591"/>
              <a:gd name="connsiteX2" fmla="*/ 986068 w 4753477"/>
              <a:gd name="connsiteY2" fmla="*/ 4278591 h 4278591"/>
              <a:gd name="connsiteX3" fmla="*/ 0 w 4753477"/>
              <a:gd name="connsiteY3" fmla="*/ 3152850 h 4278591"/>
              <a:gd name="connsiteX4" fmla="*/ 0 w 4753477"/>
              <a:gd name="connsiteY4" fmla="*/ 542150 h 427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53477" h="4278591">
                <a:moveTo>
                  <a:pt x="474885" y="0"/>
                </a:moveTo>
                <a:lnTo>
                  <a:pt x="4753477" y="4278591"/>
                </a:lnTo>
                <a:lnTo>
                  <a:pt x="986068" y="4278591"/>
                </a:lnTo>
                <a:cubicBezTo>
                  <a:pt x="441478" y="4278591"/>
                  <a:pt x="0" y="3774579"/>
                  <a:pt x="0" y="3152850"/>
                </a:cubicBezTo>
                <a:lnTo>
                  <a:pt x="0" y="542150"/>
                </a:lnTo>
                <a:close/>
              </a:path>
            </a:pathLst>
          </a:custGeom>
          <a:blipFill dpi="0" rotWithShape="0">
            <a:blip r:embed="rId7"/>
            <a:srcRect/>
            <a:stretch>
              <a:fillRect l="-35505" t="-40746" r="-35505" b="-40746"/>
            </a:stretch>
          </a:blipFill>
          <a:ln w="38100">
            <a:solidFill>
              <a:srgbClr val="0AA1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marL="0" algn="ctr" defTabSz="914400" rtl="0" eaLnBrk="1" latinLnBrk="0" hangingPunct="1"/>
            <a:endParaRPr lang="ar-SA"/>
          </a:p>
        </p:txBody>
      </p:sp>
      <p:pic>
        <p:nvPicPr>
          <p:cNvPr id="12" name="صورة 23">
            <a:extLst>
              <a:ext uri="{FF2B5EF4-FFF2-40B4-BE49-F238E27FC236}">
                <a16:creationId xmlns:a16="http://schemas.microsoft.com/office/drawing/2014/main" id="{DCC5A8C7-A580-5BA3-BBE6-FF7536CAA0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9473" y="5108425"/>
            <a:ext cx="1657114" cy="1227993"/>
          </a:xfrm>
          <a:prstGeom prst="rect">
            <a:avLst/>
          </a:prstGeom>
        </p:spPr>
      </p:pic>
      <p:pic>
        <p:nvPicPr>
          <p:cNvPr id="7" name="صورة 23">
            <a:extLst>
              <a:ext uri="{FF2B5EF4-FFF2-40B4-BE49-F238E27FC236}">
                <a16:creationId xmlns:a16="http://schemas.microsoft.com/office/drawing/2014/main" id="{B69D41BD-D52A-0426-18E1-ABA3A98BC2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1872" y="5102417"/>
            <a:ext cx="1657114" cy="1214850"/>
          </a:xfrm>
          <a:prstGeom prst="rect">
            <a:avLst/>
          </a:prstGeom>
        </p:spPr>
      </p:pic>
      <p:pic>
        <p:nvPicPr>
          <p:cNvPr id="11" name="صورة 23">
            <a:extLst>
              <a:ext uri="{FF2B5EF4-FFF2-40B4-BE49-F238E27FC236}">
                <a16:creationId xmlns:a16="http://schemas.microsoft.com/office/drawing/2014/main" id="{634B62FE-A06D-9669-C05B-3248214DC0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6" b="-2055"/>
          <a:stretch>
            <a:fillRect/>
          </a:stretch>
        </p:blipFill>
        <p:spPr>
          <a:xfrm>
            <a:off x="270687" y="5095845"/>
            <a:ext cx="1753843" cy="1227993"/>
          </a:xfrm>
          <a:prstGeom prst="rect">
            <a:avLst/>
          </a:prstGeom>
        </p:spPr>
      </p:pic>
      <p:sp>
        <p:nvSpPr>
          <p:cNvPr id="5" name="Google Shape;75;p10">
            <a:extLst>
              <a:ext uri="{FF2B5EF4-FFF2-40B4-BE49-F238E27FC236}">
                <a16:creationId xmlns:a16="http://schemas.microsoft.com/office/drawing/2014/main" id="{0A0A2330-DC82-A73E-AA64-B7AFCF5972F5}"/>
              </a:ext>
            </a:extLst>
          </p:cNvPr>
          <p:cNvSpPr txBox="1"/>
          <p:nvPr/>
        </p:nvSpPr>
        <p:spPr>
          <a:xfrm>
            <a:off x="2274274" y="235669"/>
            <a:ext cx="79282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3200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7B91"/>
              </a:buClr>
              <a:buSzPts val="4000"/>
              <a:buFont typeface="Tajawal"/>
              <a:buNone/>
            </a:pPr>
            <a:r>
              <a:rPr lang="ar-SA" sz="1600" b="1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تقرير مشهد الإنجاز الشهري (مارس)</a:t>
            </a:r>
            <a:endParaRPr lang="ar-SA" sz="1600" b="1" i="0" u="none" strike="noStrike" cap="none" dirty="0">
              <a:solidFill>
                <a:srgbClr val="098B99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6" name="Google Shape;76;p10">
            <a:extLst>
              <a:ext uri="{FF2B5EF4-FFF2-40B4-BE49-F238E27FC236}">
                <a16:creationId xmlns:a16="http://schemas.microsoft.com/office/drawing/2014/main" id="{381BE87C-1ABA-1441-CE4D-1538930844F3}"/>
              </a:ext>
            </a:extLst>
          </p:cNvPr>
          <p:cNvSpPr txBox="1"/>
          <p:nvPr/>
        </p:nvSpPr>
        <p:spPr>
          <a:xfrm>
            <a:off x="4544974" y="1060747"/>
            <a:ext cx="270238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ar-SA" sz="105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التاريخ</a:t>
            </a:r>
            <a:r>
              <a:rPr lang="ar-SA" sz="1200" b="0" i="0" u="none" strike="noStrike" cap="none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: </a:t>
            </a:r>
            <a:r>
              <a:rPr lang="ar-SA" sz="1200" dirty="0">
                <a:solidFill>
                  <a:srgbClr val="177B91"/>
                </a:solidFill>
                <a:latin typeface="Tajawal"/>
                <a:ea typeface="Tajawal"/>
                <a:cs typeface="Tajawal"/>
                <a:sym typeface="Tajawal"/>
              </a:rPr>
              <a:t> 2026/3/16 الى 2026/4/15</a:t>
            </a:r>
            <a:endParaRPr lang="ar-SA" sz="1100" b="0" i="0" u="none" strike="noStrike" cap="none" dirty="0">
              <a:solidFill>
                <a:srgbClr val="177B9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pic>
        <p:nvPicPr>
          <p:cNvPr id="16" name="صورة 32">
            <a:extLst>
              <a:ext uri="{FF2B5EF4-FFF2-40B4-BE49-F238E27FC236}">
                <a16:creationId xmlns:a16="http://schemas.microsoft.com/office/drawing/2014/main" id="{66A106A0-E07F-F1B5-4976-22F9251FAD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>
          <a:xfrm>
            <a:off x="5651174" y="3253759"/>
            <a:ext cx="1644851" cy="1302632"/>
          </a:xfrm>
          <a:prstGeom prst="rect">
            <a:avLst/>
          </a:prstGeom>
        </p:spPr>
      </p:pic>
      <p:pic>
        <p:nvPicPr>
          <p:cNvPr id="17" name="صورة 33">
            <a:extLst>
              <a:ext uri="{FF2B5EF4-FFF2-40B4-BE49-F238E27FC236}">
                <a16:creationId xmlns:a16="http://schemas.microsoft.com/office/drawing/2014/main" id="{E5B351F1-1A5E-7C84-ED20-6C8D42692B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2597" y="1616118"/>
            <a:ext cx="1657114" cy="1166262"/>
          </a:xfrm>
          <a:prstGeom prst="rect">
            <a:avLst/>
          </a:prstGeom>
        </p:spPr>
      </p:pic>
      <p:pic>
        <p:nvPicPr>
          <p:cNvPr id="18" name="صورة 4">
            <a:extLst>
              <a:ext uri="{FF2B5EF4-FFF2-40B4-BE49-F238E27FC236}">
                <a16:creationId xmlns:a16="http://schemas.microsoft.com/office/drawing/2014/main" id="{3F32B70B-909D-7DA5-B8E2-7A97F5BECC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0" b="-699"/>
          <a:stretch>
            <a:fillRect/>
          </a:stretch>
        </p:blipFill>
        <p:spPr>
          <a:xfrm>
            <a:off x="5670197" y="1612266"/>
            <a:ext cx="1650545" cy="1183603"/>
          </a:xfrm>
          <a:prstGeom prst="rect">
            <a:avLst/>
          </a:prstGeom>
        </p:spPr>
      </p:pic>
      <p:pic>
        <p:nvPicPr>
          <p:cNvPr id="19" name="صورة 32">
            <a:extLst>
              <a:ext uri="{FF2B5EF4-FFF2-40B4-BE49-F238E27FC236}">
                <a16:creationId xmlns:a16="http://schemas.microsoft.com/office/drawing/2014/main" id="{6E5F03AB-0B0A-DBEC-4EFB-53057E48BB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5" b="11256"/>
          <a:stretch>
            <a:fillRect/>
          </a:stretch>
        </p:blipFill>
        <p:spPr>
          <a:xfrm>
            <a:off x="7491628" y="3275882"/>
            <a:ext cx="1672033" cy="1284619"/>
          </a:xfrm>
          <a:prstGeom prst="rect">
            <a:avLst/>
          </a:prstGeom>
        </p:spPr>
      </p:pic>
      <p:pic>
        <p:nvPicPr>
          <p:cNvPr id="22" name="صورة 4">
            <a:extLst>
              <a:ext uri="{FF2B5EF4-FFF2-40B4-BE49-F238E27FC236}">
                <a16:creationId xmlns:a16="http://schemas.microsoft.com/office/drawing/2014/main" id="{9A2D518B-988B-1DF4-B0C8-7BBB14CE06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3" b="-2572"/>
          <a:stretch>
            <a:fillRect/>
          </a:stretch>
        </p:blipFill>
        <p:spPr>
          <a:xfrm>
            <a:off x="1921441" y="3275882"/>
            <a:ext cx="1629664" cy="1285731"/>
          </a:xfrm>
          <a:prstGeom prst="rect">
            <a:avLst/>
          </a:prstGeom>
        </p:spPr>
      </p:pic>
      <p:pic>
        <p:nvPicPr>
          <p:cNvPr id="23" name="صورة 33">
            <a:extLst>
              <a:ext uri="{FF2B5EF4-FFF2-40B4-BE49-F238E27FC236}">
                <a16:creationId xmlns:a16="http://schemas.microsoft.com/office/drawing/2014/main" id="{E7B40E83-97A8-93E9-6B62-E17ECF340C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0" b="8650"/>
          <a:stretch>
            <a:fillRect/>
          </a:stretch>
        </p:blipFill>
        <p:spPr>
          <a:xfrm>
            <a:off x="1872495" y="1627829"/>
            <a:ext cx="1691894" cy="1138475"/>
          </a:xfrm>
          <a:prstGeom prst="rect">
            <a:avLst/>
          </a:prstGeom>
        </p:spPr>
      </p:pic>
      <p:pic>
        <p:nvPicPr>
          <p:cNvPr id="32" name="صورة 4">
            <a:extLst>
              <a:ext uri="{FF2B5EF4-FFF2-40B4-BE49-F238E27FC236}">
                <a16:creationId xmlns:a16="http://schemas.microsoft.com/office/drawing/2014/main" id="{C3B5DB8A-E385-08B6-0D45-0C75A4C42AF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44" b="9261"/>
          <a:stretch>
            <a:fillRect/>
          </a:stretch>
        </p:blipFill>
        <p:spPr>
          <a:xfrm>
            <a:off x="3806322" y="3253758"/>
            <a:ext cx="1629664" cy="1291911"/>
          </a:xfrm>
          <a:prstGeom prst="rect">
            <a:avLst/>
          </a:prstGeom>
        </p:spPr>
      </p:pic>
      <p:pic>
        <p:nvPicPr>
          <p:cNvPr id="33" name="صورة 4">
            <a:extLst>
              <a:ext uri="{FF2B5EF4-FFF2-40B4-BE49-F238E27FC236}">
                <a16:creationId xmlns:a16="http://schemas.microsoft.com/office/drawing/2014/main" id="{ADF1CD54-D125-4707-9758-52DA3725FBA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5" b="12503"/>
          <a:stretch>
            <a:fillRect/>
          </a:stretch>
        </p:blipFill>
        <p:spPr>
          <a:xfrm>
            <a:off x="135005" y="3279113"/>
            <a:ext cx="1579375" cy="1282500"/>
          </a:xfrm>
          <a:prstGeom prst="rect">
            <a:avLst/>
          </a:prstGeom>
        </p:spPr>
      </p:pic>
      <p:pic>
        <p:nvPicPr>
          <p:cNvPr id="35" name="صورة 4">
            <a:extLst>
              <a:ext uri="{FF2B5EF4-FFF2-40B4-BE49-F238E27FC236}">
                <a16:creationId xmlns:a16="http://schemas.microsoft.com/office/drawing/2014/main" id="{B8A0B443-0A6C-3255-1288-2D860ADE010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80" b="-406"/>
          <a:stretch>
            <a:fillRect/>
          </a:stretch>
        </p:blipFill>
        <p:spPr>
          <a:xfrm>
            <a:off x="7490028" y="1612267"/>
            <a:ext cx="1742922" cy="1241288"/>
          </a:xfrm>
          <a:prstGeom prst="rect">
            <a:avLst/>
          </a:prstGeom>
          <a:ln>
            <a:solidFill>
              <a:srgbClr val="FFFFFE"/>
            </a:solidFill>
          </a:ln>
        </p:spPr>
      </p:pic>
      <p:pic>
        <p:nvPicPr>
          <p:cNvPr id="38" name="صورة 32">
            <a:extLst>
              <a:ext uri="{FF2B5EF4-FFF2-40B4-BE49-F238E27FC236}">
                <a16:creationId xmlns:a16="http://schemas.microsoft.com/office/drawing/2014/main" id="{792D5BB8-9211-BEEF-ED55-31F4D381A13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9" b="-458"/>
          <a:stretch>
            <a:fillRect/>
          </a:stretch>
        </p:blipFill>
        <p:spPr>
          <a:xfrm>
            <a:off x="105236" y="1627829"/>
            <a:ext cx="1617859" cy="114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91601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107764</TotalTime>
  <Words>3524</Words>
  <Application>Microsoft Office PowerPoint</Application>
  <PresentationFormat>Widescreen</PresentationFormat>
  <Paragraphs>921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نسق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Mathail Damdam</dc:creator>
  <cp:lastModifiedBy>المعتز بالله الجابري</cp:lastModifiedBy>
  <cp:revision>23</cp:revision>
  <cp:lastPrinted>2024-08-12T12:13:17Z</cp:lastPrinted>
  <dcterms:created xsi:type="dcterms:W3CDTF">2024-08-06T05:25:57Z</dcterms:created>
  <dcterms:modified xsi:type="dcterms:W3CDTF">2026-08-22T04:43:38Z</dcterms:modified>
</cp:coreProperties>
</file>