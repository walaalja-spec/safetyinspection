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40"/>
  </p:notesMasterIdLst>
  <p:sldIdLst>
    <p:sldId id="454" r:id="rId2"/>
    <p:sldId id="449" r:id="rId3"/>
    <p:sldId id="444" r:id="rId4"/>
    <p:sldId id="445" r:id="rId5"/>
    <p:sldId id="435" r:id="rId6"/>
    <p:sldId id="442" r:id="rId7"/>
    <p:sldId id="434" r:id="rId8"/>
    <p:sldId id="439" r:id="rId9"/>
    <p:sldId id="440" r:id="rId10"/>
    <p:sldId id="451" r:id="rId11"/>
    <p:sldId id="453" r:id="rId12"/>
    <p:sldId id="459" r:id="rId13"/>
    <p:sldId id="458" r:id="rId14"/>
    <p:sldId id="413" r:id="rId15"/>
    <p:sldId id="452" r:id="rId16"/>
    <p:sldId id="258" r:id="rId17"/>
    <p:sldId id="448" r:id="rId18"/>
    <p:sldId id="441" r:id="rId19"/>
    <p:sldId id="460" r:id="rId20"/>
    <p:sldId id="447" r:id="rId21"/>
    <p:sldId id="450" r:id="rId22"/>
    <p:sldId id="436" r:id="rId23"/>
    <p:sldId id="423" r:id="rId24"/>
    <p:sldId id="424" r:id="rId25"/>
    <p:sldId id="260" r:id="rId26"/>
    <p:sldId id="417" r:id="rId27"/>
    <p:sldId id="269" r:id="rId28"/>
    <p:sldId id="287" r:id="rId29"/>
    <p:sldId id="457" r:id="rId30"/>
    <p:sldId id="263" r:id="rId31"/>
    <p:sldId id="431" r:id="rId32"/>
    <p:sldId id="446" r:id="rId33"/>
    <p:sldId id="443" r:id="rId34"/>
    <p:sldId id="437" r:id="rId35"/>
    <p:sldId id="438" r:id="rId36"/>
    <p:sldId id="278" r:id="rId37"/>
    <p:sldId id="406" r:id="rId38"/>
    <p:sldId id="455" r:id="rId39"/>
  </p:sldIdLst>
  <p:sldSz cx="12192000" cy="6858000"/>
  <p:notesSz cx="9372600" cy="70866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E"/>
    <a:srgbClr val="AAE7E8"/>
    <a:srgbClr val="0AA1AF"/>
    <a:srgbClr val="BFBFBF"/>
    <a:srgbClr val="069DA8"/>
    <a:srgbClr val="FED02F"/>
    <a:srgbClr val="D9D9D9"/>
    <a:srgbClr val="EAEAEA"/>
    <a:srgbClr val="F0F0F0"/>
    <a:srgbClr val="E2E2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69"/>
    <p:restoredTop sz="95915"/>
  </p:normalViewPr>
  <p:slideViewPr>
    <p:cSldViewPr snapToGrid="0">
      <p:cViewPr varScale="1">
        <p:scale>
          <a:sx n="107" d="100"/>
          <a:sy n="107" d="100"/>
        </p:scale>
        <p:origin x="18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5311140" y="0"/>
            <a:ext cx="4061460" cy="355561"/>
          </a:xfrm>
          <a:prstGeom prst="rect">
            <a:avLst/>
          </a:prstGeom>
        </p:spPr>
        <p:txBody>
          <a:bodyPr vert="horz" lIns="94046" tIns="47023" rIns="94046" bIns="47023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2170" y="0"/>
            <a:ext cx="4061460" cy="355561"/>
          </a:xfrm>
          <a:prstGeom prst="rect">
            <a:avLst/>
          </a:prstGeom>
        </p:spPr>
        <p:txBody>
          <a:bodyPr vert="horz" lIns="94046" tIns="47023" rIns="94046" bIns="47023" rtlCol="1"/>
          <a:lstStyle>
            <a:lvl1pPr algn="l">
              <a:defRPr sz="1200"/>
            </a:lvl1pPr>
          </a:lstStyle>
          <a:p>
            <a:fld id="{0A3926C9-6D94-43FE-B44D-D7C701577A62}" type="datetimeFigureOut">
              <a:rPr lang="ar-SA" smtClean="0"/>
              <a:t>14 ربيع الأول، 1448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885825"/>
            <a:ext cx="4251325" cy="23923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46" tIns="47023" rIns="94046" bIns="47023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937260" y="3410426"/>
            <a:ext cx="7498080" cy="2790349"/>
          </a:xfrm>
          <a:prstGeom prst="rect">
            <a:avLst/>
          </a:prstGeom>
        </p:spPr>
        <p:txBody>
          <a:bodyPr vert="horz" lIns="94046" tIns="47023" rIns="94046" bIns="47023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5311140" y="6731040"/>
            <a:ext cx="4061460" cy="355560"/>
          </a:xfrm>
          <a:prstGeom prst="rect">
            <a:avLst/>
          </a:prstGeom>
        </p:spPr>
        <p:txBody>
          <a:bodyPr vert="horz" lIns="94046" tIns="47023" rIns="94046" bIns="47023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2170" y="6731040"/>
            <a:ext cx="4061460" cy="355560"/>
          </a:xfrm>
          <a:prstGeom prst="rect">
            <a:avLst/>
          </a:prstGeom>
        </p:spPr>
        <p:txBody>
          <a:bodyPr vert="horz" lIns="94046" tIns="47023" rIns="94046" bIns="47023" rtlCol="1" anchor="b"/>
          <a:lstStyle>
            <a:lvl1pPr algn="l">
              <a:defRPr sz="1200"/>
            </a:lvl1pPr>
          </a:lstStyle>
          <a:p>
            <a:fld id="{C44E29F1-30FB-40D8-A652-B6BC13605D1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473620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6DFAA-1F11-BABF-4C65-B014A3F22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1DDE3DEC-59FA-5E38-82A8-517A51F75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947F4E24-C5CC-27A1-5449-F9FF5D77C2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A020505D-23D1-A4DA-AB63-ADE4BAF146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1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78880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B3CCE-F279-72C2-F20E-F4B0BBAD7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3201ABAF-81A5-77EE-4A72-DD4CF537A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F5AA89B6-B03A-A235-9CDE-8D8FF0DFD3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E442EC6B-B42A-621B-4884-113A81C016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2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722067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1EB08-728D-3364-4CBA-EA74614A4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93CF8033-84AE-BBF4-AFA3-20113D6CBF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BFE1E6CC-55ED-E081-F557-9E77AA4F49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1088BEA2-6558-81EC-02C2-43717CC8F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3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271524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D05E1-930D-EB46-014C-B913F5093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02DB9004-4B9C-8C54-647D-0377B2246F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571B347B-B5D7-D926-FF26-342EE15A57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0C1D3CE8-51F6-27E7-6B5D-DA34015490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4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04190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DB8A1-CE48-6F91-7F7C-78466BE93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B90ECA5C-A633-BE73-BE10-B736A4C303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E0B1E8D9-95C9-94F8-12BA-96093C2C86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9D07C8CC-DDFF-1D9C-AA8B-4ABB08AA9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5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6088177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0E575-3E46-1FB0-A581-771A1C436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370CEAD8-4810-22D4-48A7-9BB2A0FEF4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2CCDF4FE-4403-EC8D-352D-D7DCB2FAD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18D965BB-F50A-07E6-9E8F-C5B9A41F7D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6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621841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0C983-3C5B-76F1-98B1-6C34B9787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AFCE4848-784B-FE83-4F0C-767B924C16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55F5C162-B4FC-AEC8-D5A3-34FEFA2BDC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44876CCF-3027-E36E-BF26-83DBE2DDF9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7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840641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5143F-3B9F-81CB-9001-782D3A4BF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9BB6B576-B823-3B87-49C6-2272CE3B8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1A486966-C4D4-5808-65F0-75CDEAD25C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B13A41DA-4832-3704-FAD8-8874420806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8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274007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AF1D3-17F4-9EBF-4448-D5BEA7945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CF7B4DAF-1AFF-5A67-F010-DD3774A4C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7743EC0E-3899-22E8-51E0-1C3BB7451A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E6E1EA21-9DDC-F46D-7611-48E06F60E4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9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2576761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F242E-B238-B9F1-0118-E0CB03567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F3F350F3-AEBD-60C8-FD6E-37BBBDD75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B722AF38-3983-3B81-6036-EB117D292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596F53AF-C01E-763E-AF1A-F5884F207B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10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5422154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C7C77-4BE6-D805-9BBD-523C474E9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9CCF3B1F-7181-ED9B-D438-366C151E5C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27B82E62-FC75-8233-BCD0-E234C648E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1EDD911E-1DEC-7659-FC08-81E2641F50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11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829834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52211-1F9F-6A67-DD56-D1E90803D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FEC02CCB-DE77-61D6-CFB2-ECC8C070B5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B35ED3FB-5253-BAF5-B6D4-0EF899577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933573D4-41AF-3B5A-A4F8-C1E3D94116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12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048831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13A75-5691-5645-1DE2-309777F99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2FFAABF3-DF0A-F02B-92B3-FFFD041648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8DE3D8A9-DFDB-C123-5509-66FCF5439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E28580AF-51EF-16D3-E237-A974FCFADC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13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24328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B2E7B-76D7-EF55-B1CE-09C207783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53B793D6-DEB7-FECC-F52F-335D68520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5F628114-0C11-163A-9FF6-8BBBAA2AA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26C13555-6D65-53E7-550D-A605716342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14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718702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DAEBD-5D0F-323E-844F-8A45DB44C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41B754ED-4393-50B6-60E3-B1C3BB41F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2969114D-219C-83F0-5E28-205885CC5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6B5BAAC3-74AF-AF5E-EF63-55AE55E9A9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15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9214955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DE023-145D-E1E5-C2B0-60502C8D9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8CD8210C-4B99-2DEB-3CAF-074F576C0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D52FADA8-A051-93D3-08FC-B8736865B8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601C9261-6A07-8865-5F26-E7DFFC0A21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16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4894303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F5A3C-004A-A09E-78AB-037F31F9F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8463D998-1215-5399-1FB7-AE0B4798C9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4F4AE9C6-FF49-3FC7-5DD7-2F0F203F6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2EAAC29E-0902-0192-E43E-CE908DDD9E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17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112272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50644-D915-DB84-4D88-F1B191F13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2A29AC33-991D-BE60-C0E9-A9C53FF4C5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F57BF5CE-BC55-DE9C-ECCD-905510695C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2DAFC0FD-55FC-2DFE-24F0-71F0D9EEA4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18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1999996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B72DF-7F59-43B7-C57B-CAE0A2E53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8E121580-4424-A7F6-998E-2D4FA1F9E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0A753968-3F83-24CC-F74D-4FA352C30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ar-SA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763CFFFF-2DDB-2BBA-6B02-5FE1A45229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19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2343563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45F7E-66FB-9086-935C-9125AC68E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AB32EB35-907B-4E1C-92EE-867D54C4D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A54718F2-6543-04E5-4DC8-889093DB3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BC5FBABB-7EC7-2A4C-487F-9EB4846156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20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4600148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E4BED-E403-EFEC-A64E-EC134BD6D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2BF38C56-A16D-0C05-0945-D03F0ED861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E0A469EB-2426-45EF-C8EA-0F79DD854D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254F782D-1865-B901-0769-4CE0BD66E1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21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7347668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F3913-DC46-C633-942A-4DE2E78FD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66BCD232-DB87-DBDB-F475-6E1A37A72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AC055F38-010B-87A2-E48A-247EF871E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84FC871A-6717-E861-02E1-465ADDF0B8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22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3077071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428F5-F652-1985-45E5-8BDB84CDA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4E3E7B77-B696-9C8C-29F1-DD0FB77243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F1A95106-5129-5A7F-FCBC-A4A91A6A6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ar-SA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EE3A5659-A906-75B8-DB5D-2D3DC247A8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23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6449778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94071-76E4-9346-B114-CD789FDF3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78C45470-345A-839E-EAFE-F8BB718A8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BB87DAB0-DA7D-F823-0B99-9C14FC38A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13B26525-D910-3BA2-5589-3D1B704266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24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314320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10911-3989-1866-AFC1-5419E9F2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2C4B41B8-1A9B-2218-C860-B9127AAE4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BD4DC774-29FD-8651-E3E9-11344862DD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558EB840-2DCD-7ABC-B67C-04B2D319F2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25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5109786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35811-804E-56FB-7743-AF8C05C08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F71F20E9-0473-4FAD-CEF6-0CEFBE13FB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EBB41A35-2B05-266B-911B-B764E5184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2B46D16A-7E12-5F8A-3360-6D50707DAB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26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5395284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5529D-B4D1-1355-C99F-77C953D80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D0669A1A-E4AA-73A3-CACB-48EDCA0C44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C8EBAF2B-4818-CD2E-7F56-0F0164470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C4FAA762-0463-D257-5532-EEE9CE4DB4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27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6235181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C03CC-BD08-AF3F-78DC-A3FEC63FE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9E18AE2A-0033-A4DB-23E8-DD20B10A0B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3AA68CE2-139D-A6F1-5530-03678CA5A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ar-SA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F2C138E5-F141-C819-207E-38CFD7C51B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28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2444154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0FBD8-BC80-727B-04FC-D09A824FB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83F66A12-0239-1C20-586A-68918A2A34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6A393627-6268-0A85-EDF8-3F6073B72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B278FB91-6092-8E01-34EC-D7F0662A7B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29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8573261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30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5441915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D59E8-E484-453D-8DCC-5F7E35A00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B56D27BB-5088-CFF2-AA7E-4D033BABD1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D4460783-A113-BDF3-2701-AE70B0C37F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0936DA91-7CEC-55D2-81D9-BAE3B2C188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31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5656117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0E42F-72EB-9FD3-B3DF-5CAE25A21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CAC1566E-36C9-314F-781D-B0CD68D557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533B6A52-52D8-D9B9-79A3-A2EADECA18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04F8EE03-F2FA-341C-1DEF-10528EB78E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32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76375847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1C876-0031-4683-DA99-E8260A142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D4943BF6-EAC6-AFC7-8CEE-2F95E9AED1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AEDE4492-01E8-0E2B-7603-C16A52544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603B15F0-0A99-7AD8-773A-4577EBC88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33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3449283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1632D-A545-2840-39BC-BE2A7E9B1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147ADA47-20CA-3A92-4390-09A98D0AA6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8BBA1C47-8FD6-4926-8B3D-9B7393A01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F112F56A-55C3-2DC2-2904-552BFBA52C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34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2577226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AF2BF-C282-6707-6D68-6E0F8B10F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D381C910-96EA-E997-0C7B-4CC5BD57FA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561EBD24-9A66-4DE3-186B-B77E868F49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12721BC6-7F1B-1A93-06B8-F57D7F0192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35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8157322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ar-SA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36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6464550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ar-SA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37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95648377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2388D-D735-2BD8-7A3C-5C5B25132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C19918F3-7009-8DA7-59AA-4BDA09684E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01197DE9-5FCF-8186-9E44-181414EAB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1E3B49B3-4D9C-E686-CE85-064DA2E336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38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168576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508634F-1CD5-FB10-942B-7CA8A2EBF4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15B7ED15-1200-BE37-17A2-665C490841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4596658C-86FF-F975-E96C-C1B587B00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4855-A199-49D6-9AB9-756B4E8687F3}" type="datetimeFigureOut">
              <a:rPr lang="ar-SA" smtClean="0"/>
              <a:t>14 ربيع الأول، 1448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D63317E6-12FC-3C47-7137-7AEB29042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350DD157-976F-3E1C-A29B-ACB3C7A16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1C3A-EF20-4E84-AAC3-F916BDDDA6D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960854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72F3A88-9F76-D7B4-63A1-2357CFB14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C66ECFB1-A6A0-54AA-E5A2-3D22D6A85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FD0805F1-F46B-C9D1-35DC-07C9F44C5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4855-A199-49D6-9AB9-756B4E8687F3}" type="datetimeFigureOut">
              <a:rPr lang="ar-SA" smtClean="0"/>
              <a:t>14 ربيع الأول، 1448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801660F0-90B9-CD01-B9D2-71012E9A6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F6C23684-9BE6-4027-74B5-D608D88B1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1C3A-EF20-4E84-AAC3-F916BDDDA6D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9214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7E242E4-1B56-7198-FBD4-ED5D5F22A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8141BADF-5349-17BD-4354-636E77C48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AE31C694-AD4C-AE7E-AD87-600C7CD23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4855-A199-49D6-9AB9-756B4E8687F3}" type="datetimeFigureOut">
              <a:rPr lang="ar-SA" smtClean="0"/>
              <a:t>14 ربيع الأول، 1448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9453EACB-567B-8FD7-E927-F8BB50B59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41822D80-4293-0F67-BE2D-A9D623FB8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1C3A-EF20-4E84-AAC3-F916BDDDA6D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5957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5CA7211-A55A-DB0F-05BA-4383DF79D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FFFAC144-B524-FCEE-3F37-71B27CF9C6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B6C5BD7F-5092-9A06-EB5F-C102330E60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676F47BA-DC5F-474E-692A-20D741124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4855-A199-49D6-9AB9-756B4E8687F3}" type="datetimeFigureOut">
              <a:rPr lang="ar-SA" smtClean="0"/>
              <a:t>14 ربيع الأول، 1448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2F9442A2-7149-7FFC-CF0F-6E75DFD96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A0035C13-4FFA-DF8C-E0DE-0F67CABD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1C3A-EF20-4E84-AAC3-F916BDDDA6D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350570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C30137A-7865-50B0-575F-3155F287A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9F414D99-792F-ED73-C737-0C2C9617A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76537B30-77E8-7FCA-17D1-AF9F86A682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491671F3-BDEF-5878-244A-EAE1AD9EB6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BCECA2D6-E89A-9B8D-D5E0-F8B33EF9C4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11CF59FE-32EB-D3F8-05E2-6E9323EED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4855-A199-49D6-9AB9-756B4E8687F3}" type="datetimeFigureOut">
              <a:rPr lang="ar-SA" smtClean="0"/>
              <a:t>14 ربيع الأول، 1448</a:t>
            </a:fld>
            <a:endParaRPr lang="ar-SA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742F84B0-2BB5-1BEC-2399-1C9198B64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CF11D8E6-9676-8E48-E4DE-F05E9C702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1C3A-EF20-4E84-AAC3-F916BDDDA6D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643272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3E23B65-FBF6-BEED-FA7D-F99978F1C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A0A18866-F8EA-D71F-10DD-3339A4901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4855-A199-49D6-9AB9-756B4E8687F3}" type="datetimeFigureOut">
              <a:rPr lang="ar-SA" smtClean="0"/>
              <a:t>14 ربيع الأول، 1448</a:t>
            </a:fld>
            <a:endParaRPr lang="ar-SA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7F584FFB-A4E7-E76B-6336-E042D2814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46A5F439-9DAD-65B3-7D54-CAAE73418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1C3A-EF20-4E84-AAC3-F916BDDDA6D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98981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23E5A9CB-2C4F-D2A8-2624-ACB29E0B8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4855-A199-49D6-9AB9-756B4E8687F3}" type="datetimeFigureOut">
              <a:rPr lang="ar-SA" smtClean="0"/>
              <a:t>14 ربيع الأول، 1448</a:t>
            </a:fld>
            <a:endParaRPr lang="ar-SA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9061F1D6-F9BF-AE82-3E13-C291E59B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A9A653E0-55E0-0429-AF35-BD8F97818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1C3A-EF20-4E84-AAC3-F916BDDDA6D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04809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A95085B-9A3C-DCBB-F64F-351CA4B65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09736491-E83F-4944-A133-0C1C50AB5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1F72D488-493A-84A1-EAD6-26B39A918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265D9B62-6B7D-AD71-0190-734B4F314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4855-A199-49D6-9AB9-756B4E8687F3}" type="datetimeFigureOut">
              <a:rPr lang="ar-SA" smtClean="0"/>
              <a:t>14 ربيع الأول، 1448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819DABB3-8430-5868-2473-84248BDC8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91FC9E8F-E075-DFBC-8C39-DA70FC71C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1C3A-EF20-4E84-AAC3-F916BDDDA6D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114945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70E353F-E7CD-81DB-96DB-7AF8AB8EA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15EA3068-4B54-9A72-B72D-96C044406A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98872BE3-F4EC-7084-F358-5E717ECA8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F4033CBE-D947-AA94-E957-BAB62D3C5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4855-A199-49D6-9AB9-756B4E8687F3}" type="datetimeFigureOut">
              <a:rPr lang="ar-SA" smtClean="0"/>
              <a:t>14 ربيع الأول، 1448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0351B28C-45DD-A1B6-4522-B4F7F1C57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C3BB648C-CD83-F9BF-81DC-54305D1DC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1C3A-EF20-4E84-AAC3-F916BDDDA6D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034165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B865FF7-888D-1E6C-9148-7B4AC250C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852ACA72-1111-00E3-D517-38E3E7C7F5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819CCD39-9DFA-DC9D-33DB-03C5E6BA4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4855-A199-49D6-9AB9-756B4E8687F3}" type="datetimeFigureOut">
              <a:rPr lang="ar-SA" smtClean="0"/>
              <a:t>14 ربيع الأول، 1448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E96B722B-EE40-6B4C-F2D5-268C20799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0E2C9E0C-806E-6D6B-7E73-1DDF141B5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1C3A-EF20-4E84-AAC3-F916BDDDA6D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32930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2AE67227-08F5-5D85-019D-D5CEFA2EBE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E41B45C4-1050-0C15-CF29-9F9B3372F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1D6D219C-82C2-F866-C5B4-7420487AC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4855-A199-49D6-9AB9-756B4E8687F3}" type="datetimeFigureOut">
              <a:rPr lang="ar-SA" smtClean="0"/>
              <a:t>14 ربيع الأول، 1448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C02BB4E9-ED9B-160C-D271-49CB87F1C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E858F312-D90F-3F34-CA59-036851504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1C3A-EF20-4E84-AAC3-F916BDDDA6D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51759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DF3F26F8-5B40-010D-9DA0-D2C5A132C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9B4C9DF2-E7D4-FAD7-DF18-E4D8A951A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1631A942-4218-19DB-AFEA-C2CF0EBC94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194855-A199-49D6-9AB9-756B4E8687F3}" type="datetimeFigureOut">
              <a:rPr lang="ar-SA" smtClean="0"/>
              <a:t>14 ربيع الأول، 1448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21C8F13C-2BB0-E500-B621-FA110B6FB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227B399F-1C82-50AE-806A-7842EC1D53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B1C3A-EF20-4E84-AAC3-F916BDDDA6D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403994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jpeg"/><Relationship Id="rId18" Type="http://schemas.openxmlformats.org/officeDocument/2006/relationships/image" Target="../media/image16.jpe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17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jpeg"/><Relationship Id="rId20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5" Type="http://schemas.openxmlformats.org/officeDocument/2006/relationships/image" Target="../media/image13.jpeg"/><Relationship Id="rId10" Type="http://schemas.openxmlformats.org/officeDocument/2006/relationships/image" Target="../media/image8.jpeg"/><Relationship Id="rId19" Type="http://schemas.openxmlformats.org/officeDocument/2006/relationships/image" Target="../media/image17.jpe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1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13" Type="http://schemas.openxmlformats.org/officeDocument/2006/relationships/image" Target="../media/image26.jpeg"/><Relationship Id="rId18" Type="http://schemas.openxmlformats.org/officeDocument/2006/relationships/image" Target="../media/image31.jpeg"/><Relationship Id="rId3" Type="http://schemas.openxmlformats.org/officeDocument/2006/relationships/image" Target="../media/image2.png"/><Relationship Id="rId7" Type="http://schemas.openxmlformats.org/officeDocument/2006/relationships/image" Target="../media/image20.jpeg"/><Relationship Id="rId12" Type="http://schemas.openxmlformats.org/officeDocument/2006/relationships/image" Target="../media/image25.jpeg"/><Relationship Id="rId17" Type="http://schemas.openxmlformats.org/officeDocument/2006/relationships/image" Target="../media/image30.jpe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9.jpeg"/><Relationship Id="rId20" Type="http://schemas.openxmlformats.org/officeDocument/2006/relationships/image" Target="../media/image3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eg"/><Relationship Id="rId11" Type="http://schemas.openxmlformats.org/officeDocument/2006/relationships/image" Target="../media/image24.jpeg"/><Relationship Id="rId5" Type="http://schemas.openxmlformats.org/officeDocument/2006/relationships/image" Target="../media/image4.png"/><Relationship Id="rId15" Type="http://schemas.openxmlformats.org/officeDocument/2006/relationships/image" Target="../media/image28.jpeg"/><Relationship Id="rId10" Type="http://schemas.openxmlformats.org/officeDocument/2006/relationships/image" Target="../media/image23.jpeg"/><Relationship Id="rId19" Type="http://schemas.openxmlformats.org/officeDocument/2006/relationships/image" Target="../media/image32.jpeg"/><Relationship Id="rId4" Type="http://schemas.openxmlformats.org/officeDocument/2006/relationships/image" Target="../media/image3.png"/><Relationship Id="rId9" Type="http://schemas.openxmlformats.org/officeDocument/2006/relationships/image" Target="../media/image22.jpeg"/><Relationship Id="rId14" Type="http://schemas.openxmlformats.org/officeDocument/2006/relationships/image" Target="../media/image27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41.jpeg"/><Relationship Id="rId18" Type="http://schemas.openxmlformats.org/officeDocument/2006/relationships/image" Target="../media/image46.jpeg"/><Relationship Id="rId3" Type="http://schemas.openxmlformats.org/officeDocument/2006/relationships/image" Target="../media/image34.jpeg"/><Relationship Id="rId7" Type="http://schemas.openxmlformats.org/officeDocument/2006/relationships/image" Target="../media/image3.png"/><Relationship Id="rId12" Type="http://schemas.openxmlformats.org/officeDocument/2006/relationships/image" Target="../media/image40.jpeg"/><Relationship Id="rId17" Type="http://schemas.openxmlformats.org/officeDocument/2006/relationships/image" Target="../media/image45.jpe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4.jpeg"/><Relationship Id="rId20" Type="http://schemas.openxmlformats.org/officeDocument/2006/relationships/image" Target="../media/image4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39.jpeg"/><Relationship Id="rId5" Type="http://schemas.openxmlformats.org/officeDocument/2006/relationships/image" Target="../media/image36.jpeg"/><Relationship Id="rId15" Type="http://schemas.openxmlformats.org/officeDocument/2006/relationships/image" Target="../media/image43.jpeg"/><Relationship Id="rId10" Type="http://schemas.openxmlformats.org/officeDocument/2006/relationships/image" Target="../media/image38.jpeg"/><Relationship Id="rId19" Type="http://schemas.openxmlformats.org/officeDocument/2006/relationships/image" Target="../media/image47.jpeg"/><Relationship Id="rId4" Type="http://schemas.openxmlformats.org/officeDocument/2006/relationships/image" Target="../media/image35.jpeg"/><Relationship Id="rId9" Type="http://schemas.openxmlformats.org/officeDocument/2006/relationships/image" Target="../media/image37.jpeg"/><Relationship Id="rId14" Type="http://schemas.openxmlformats.org/officeDocument/2006/relationships/image" Target="../media/image42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56.jpeg"/><Relationship Id="rId18" Type="http://schemas.openxmlformats.org/officeDocument/2006/relationships/image" Target="../media/image61.jpeg"/><Relationship Id="rId3" Type="http://schemas.openxmlformats.org/officeDocument/2006/relationships/image" Target="../media/image49.jpeg"/><Relationship Id="rId7" Type="http://schemas.openxmlformats.org/officeDocument/2006/relationships/image" Target="../media/image3.png"/><Relationship Id="rId12" Type="http://schemas.openxmlformats.org/officeDocument/2006/relationships/image" Target="../media/image55.jpeg"/><Relationship Id="rId17" Type="http://schemas.openxmlformats.org/officeDocument/2006/relationships/image" Target="../media/image60.jpe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9.jpeg"/><Relationship Id="rId20" Type="http://schemas.openxmlformats.org/officeDocument/2006/relationships/image" Target="../media/image6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54.jpeg"/><Relationship Id="rId5" Type="http://schemas.openxmlformats.org/officeDocument/2006/relationships/image" Target="../media/image51.jpeg"/><Relationship Id="rId15" Type="http://schemas.openxmlformats.org/officeDocument/2006/relationships/image" Target="../media/image58.jpeg"/><Relationship Id="rId10" Type="http://schemas.openxmlformats.org/officeDocument/2006/relationships/image" Target="../media/image53.jpeg"/><Relationship Id="rId19" Type="http://schemas.openxmlformats.org/officeDocument/2006/relationships/image" Target="../media/image62.jpeg"/><Relationship Id="rId4" Type="http://schemas.openxmlformats.org/officeDocument/2006/relationships/image" Target="../media/image50.jpeg"/><Relationship Id="rId9" Type="http://schemas.openxmlformats.org/officeDocument/2006/relationships/image" Target="../media/image52.jpeg"/><Relationship Id="rId14" Type="http://schemas.openxmlformats.org/officeDocument/2006/relationships/image" Target="../media/image57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1.jpeg"/><Relationship Id="rId18" Type="http://schemas.openxmlformats.org/officeDocument/2006/relationships/image" Target="../media/image76.jpeg"/><Relationship Id="rId3" Type="http://schemas.openxmlformats.org/officeDocument/2006/relationships/image" Target="../media/image64.jpeg"/><Relationship Id="rId7" Type="http://schemas.openxmlformats.org/officeDocument/2006/relationships/image" Target="../media/image3.png"/><Relationship Id="rId12" Type="http://schemas.openxmlformats.org/officeDocument/2006/relationships/image" Target="../media/image70.jpeg"/><Relationship Id="rId17" Type="http://schemas.openxmlformats.org/officeDocument/2006/relationships/image" Target="../media/image75.jpe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4.jpeg"/><Relationship Id="rId20" Type="http://schemas.openxmlformats.org/officeDocument/2006/relationships/image" Target="../media/image7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69.jpeg"/><Relationship Id="rId5" Type="http://schemas.openxmlformats.org/officeDocument/2006/relationships/image" Target="../media/image66.jpeg"/><Relationship Id="rId15" Type="http://schemas.openxmlformats.org/officeDocument/2006/relationships/image" Target="../media/image73.jpeg"/><Relationship Id="rId10" Type="http://schemas.openxmlformats.org/officeDocument/2006/relationships/image" Target="../media/image68.jpeg"/><Relationship Id="rId19" Type="http://schemas.openxmlformats.org/officeDocument/2006/relationships/image" Target="../media/image77.jpeg"/><Relationship Id="rId4" Type="http://schemas.openxmlformats.org/officeDocument/2006/relationships/image" Target="../media/image65.jpeg"/><Relationship Id="rId9" Type="http://schemas.openxmlformats.org/officeDocument/2006/relationships/image" Target="../media/image67.jpeg"/><Relationship Id="rId14" Type="http://schemas.openxmlformats.org/officeDocument/2006/relationships/image" Target="../media/image72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jpeg"/><Relationship Id="rId13" Type="http://schemas.openxmlformats.org/officeDocument/2006/relationships/image" Target="../media/image86.jpeg"/><Relationship Id="rId18" Type="http://schemas.openxmlformats.org/officeDocument/2006/relationships/image" Target="../media/image91.jpeg"/><Relationship Id="rId3" Type="http://schemas.openxmlformats.org/officeDocument/2006/relationships/image" Target="../media/image79.jpeg"/><Relationship Id="rId21" Type="http://schemas.openxmlformats.org/officeDocument/2006/relationships/image" Target="../media/image94.jpeg"/><Relationship Id="rId7" Type="http://schemas.openxmlformats.org/officeDocument/2006/relationships/image" Target="../media/image4.png"/><Relationship Id="rId12" Type="http://schemas.openxmlformats.org/officeDocument/2006/relationships/image" Target="../media/image85.jpeg"/><Relationship Id="rId17" Type="http://schemas.openxmlformats.org/officeDocument/2006/relationships/image" Target="../media/image90.jpe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9.jpeg"/><Relationship Id="rId20" Type="http://schemas.openxmlformats.org/officeDocument/2006/relationships/image" Target="../media/image9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4.jpeg"/><Relationship Id="rId5" Type="http://schemas.openxmlformats.org/officeDocument/2006/relationships/image" Target="../media/image2.png"/><Relationship Id="rId15" Type="http://schemas.openxmlformats.org/officeDocument/2006/relationships/image" Target="../media/image88.jpeg"/><Relationship Id="rId10" Type="http://schemas.openxmlformats.org/officeDocument/2006/relationships/image" Target="../media/image83.jpeg"/><Relationship Id="rId19" Type="http://schemas.openxmlformats.org/officeDocument/2006/relationships/image" Target="../media/image92.jpeg"/><Relationship Id="rId4" Type="http://schemas.openxmlformats.org/officeDocument/2006/relationships/image" Target="../media/image80.jpeg"/><Relationship Id="rId9" Type="http://schemas.openxmlformats.org/officeDocument/2006/relationships/image" Target="../media/image82.jpeg"/><Relationship Id="rId14" Type="http://schemas.openxmlformats.org/officeDocument/2006/relationships/image" Target="../media/image87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jpeg"/><Relationship Id="rId13" Type="http://schemas.openxmlformats.org/officeDocument/2006/relationships/image" Target="../media/image102.jpeg"/><Relationship Id="rId18" Type="http://schemas.openxmlformats.org/officeDocument/2006/relationships/image" Target="../media/image107.jpeg"/><Relationship Id="rId3" Type="http://schemas.openxmlformats.org/officeDocument/2006/relationships/image" Target="../media/image95.jpeg"/><Relationship Id="rId21" Type="http://schemas.openxmlformats.org/officeDocument/2006/relationships/image" Target="../media/image110.jpeg"/><Relationship Id="rId7" Type="http://schemas.openxmlformats.org/officeDocument/2006/relationships/image" Target="../media/image4.png"/><Relationship Id="rId12" Type="http://schemas.openxmlformats.org/officeDocument/2006/relationships/image" Target="../media/image101.jpeg"/><Relationship Id="rId17" Type="http://schemas.openxmlformats.org/officeDocument/2006/relationships/image" Target="../media/image106.jpe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05.jpeg"/><Relationship Id="rId20" Type="http://schemas.openxmlformats.org/officeDocument/2006/relationships/image" Target="../media/image10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0.jpeg"/><Relationship Id="rId24" Type="http://schemas.openxmlformats.org/officeDocument/2006/relationships/image" Target="../media/image113.jpeg"/><Relationship Id="rId5" Type="http://schemas.openxmlformats.org/officeDocument/2006/relationships/image" Target="../media/image2.png"/><Relationship Id="rId15" Type="http://schemas.openxmlformats.org/officeDocument/2006/relationships/image" Target="../media/image104.jpeg"/><Relationship Id="rId23" Type="http://schemas.openxmlformats.org/officeDocument/2006/relationships/image" Target="../media/image112.jpeg"/><Relationship Id="rId10" Type="http://schemas.openxmlformats.org/officeDocument/2006/relationships/image" Target="../media/image99.jpeg"/><Relationship Id="rId19" Type="http://schemas.openxmlformats.org/officeDocument/2006/relationships/image" Target="../media/image108.jpeg"/><Relationship Id="rId4" Type="http://schemas.openxmlformats.org/officeDocument/2006/relationships/image" Target="../media/image96.jpeg"/><Relationship Id="rId9" Type="http://schemas.openxmlformats.org/officeDocument/2006/relationships/image" Target="../media/image98.jpeg"/><Relationship Id="rId14" Type="http://schemas.openxmlformats.org/officeDocument/2006/relationships/image" Target="../media/image103.jpeg"/><Relationship Id="rId22" Type="http://schemas.openxmlformats.org/officeDocument/2006/relationships/image" Target="../media/image111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1.jpeg"/><Relationship Id="rId18" Type="http://schemas.openxmlformats.org/officeDocument/2006/relationships/image" Target="../media/image126.jpeg"/><Relationship Id="rId3" Type="http://schemas.openxmlformats.org/officeDocument/2006/relationships/image" Target="../media/image114.jpeg"/><Relationship Id="rId7" Type="http://schemas.openxmlformats.org/officeDocument/2006/relationships/image" Target="../media/image3.png"/><Relationship Id="rId12" Type="http://schemas.openxmlformats.org/officeDocument/2006/relationships/image" Target="../media/image120.jpeg"/><Relationship Id="rId17" Type="http://schemas.openxmlformats.org/officeDocument/2006/relationships/image" Target="../media/image125.jpe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2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119.jpeg"/><Relationship Id="rId5" Type="http://schemas.openxmlformats.org/officeDocument/2006/relationships/image" Target="../media/image116.jpeg"/><Relationship Id="rId15" Type="http://schemas.openxmlformats.org/officeDocument/2006/relationships/image" Target="../media/image123.jpeg"/><Relationship Id="rId10" Type="http://schemas.openxmlformats.org/officeDocument/2006/relationships/image" Target="../media/image118.jpeg"/><Relationship Id="rId19" Type="http://schemas.openxmlformats.org/officeDocument/2006/relationships/image" Target="../media/image127.jpeg"/><Relationship Id="rId4" Type="http://schemas.openxmlformats.org/officeDocument/2006/relationships/image" Target="../media/image115.jpeg"/><Relationship Id="rId9" Type="http://schemas.openxmlformats.org/officeDocument/2006/relationships/image" Target="../media/image117.jpeg"/><Relationship Id="rId14" Type="http://schemas.openxmlformats.org/officeDocument/2006/relationships/image" Target="../media/image122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35.jpeg"/><Relationship Id="rId18" Type="http://schemas.openxmlformats.org/officeDocument/2006/relationships/image" Target="../media/image140.jpeg"/><Relationship Id="rId3" Type="http://schemas.openxmlformats.org/officeDocument/2006/relationships/image" Target="../media/image128.jpeg"/><Relationship Id="rId7" Type="http://schemas.openxmlformats.org/officeDocument/2006/relationships/image" Target="../media/image3.png"/><Relationship Id="rId12" Type="http://schemas.openxmlformats.org/officeDocument/2006/relationships/image" Target="../media/image134.jpeg"/><Relationship Id="rId17" Type="http://schemas.openxmlformats.org/officeDocument/2006/relationships/image" Target="../media/image139.jpe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38.jpeg"/><Relationship Id="rId20" Type="http://schemas.openxmlformats.org/officeDocument/2006/relationships/image" Target="../media/image14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133.jpeg"/><Relationship Id="rId5" Type="http://schemas.openxmlformats.org/officeDocument/2006/relationships/image" Target="../media/image130.jpeg"/><Relationship Id="rId15" Type="http://schemas.openxmlformats.org/officeDocument/2006/relationships/image" Target="../media/image137.jpeg"/><Relationship Id="rId10" Type="http://schemas.openxmlformats.org/officeDocument/2006/relationships/image" Target="../media/image132.jpeg"/><Relationship Id="rId19" Type="http://schemas.openxmlformats.org/officeDocument/2006/relationships/image" Target="../media/image141.jpeg"/><Relationship Id="rId4" Type="http://schemas.openxmlformats.org/officeDocument/2006/relationships/image" Target="../media/image129.jpeg"/><Relationship Id="rId9" Type="http://schemas.openxmlformats.org/officeDocument/2006/relationships/image" Target="../media/image131.jpeg"/><Relationship Id="rId14" Type="http://schemas.openxmlformats.org/officeDocument/2006/relationships/image" Target="../media/image136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jpeg"/><Relationship Id="rId13" Type="http://schemas.openxmlformats.org/officeDocument/2006/relationships/image" Target="../media/image150.jpeg"/><Relationship Id="rId18" Type="http://schemas.openxmlformats.org/officeDocument/2006/relationships/image" Target="../media/image155.jpeg"/><Relationship Id="rId3" Type="http://schemas.openxmlformats.org/officeDocument/2006/relationships/image" Target="../media/image143.jpeg"/><Relationship Id="rId7" Type="http://schemas.openxmlformats.org/officeDocument/2006/relationships/image" Target="../media/image144.jpeg"/><Relationship Id="rId12" Type="http://schemas.openxmlformats.org/officeDocument/2006/relationships/image" Target="../media/image149.jpeg"/><Relationship Id="rId17" Type="http://schemas.openxmlformats.org/officeDocument/2006/relationships/image" Target="../media/image154.jpe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53.jpeg"/><Relationship Id="rId20" Type="http://schemas.openxmlformats.org/officeDocument/2006/relationships/image" Target="../media/image15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48.jpeg"/><Relationship Id="rId5" Type="http://schemas.openxmlformats.org/officeDocument/2006/relationships/image" Target="../media/image3.png"/><Relationship Id="rId15" Type="http://schemas.openxmlformats.org/officeDocument/2006/relationships/image" Target="../media/image152.jpeg"/><Relationship Id="rId10" Type="http://schemas.openxmlformats.org/officeDocument/2006/relationships/image" Target="../media/image147.jpeg"/><Relationship Id="rId19" Type="http://schemas.openxmlformats.org/officeDocument/2006/relationships/image" Target="../media/image156.jpeg"/><Relationship Id="rId4" Type="http://schemas.openxmlformats.org/officeDocument/2006/relationships/image" Target="../media/image2.png"/><Relationship Id="rId9" Type="http://schemas.openxmlformats.org/officeDocument/2006/relationships/image" Target="../media/image146.jpeg"/><Relationship Id="rId14" Type="http://schemas.openxmlformats.org/officeDocument/2006/relationships/image" Target="../media/image151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jpeg"/><Relationship Id="rId13" Type="http://schemas.openxmlformats.org/officeDocument/2006/relationships/image" Target="../media/image165.jpeg"/><Relationship Id="rId18" Type="http://schemas.openxmlformats.org/officeDocument/2006/relationships/image" Target="../media/image170.jpeg"/><Relationship Id="rId3" Type="http://schemas.openxmlformats.org/officeDocument/2006/relationships/image" Target="../media/image158.jpeg"/><Relationship Id="rId7" Type="http://schemas.openxmlformats.org/officeDocument/2006/relationships/image" Target="../media/image159.jpeg"/><Relationship Id="rId12" Type="http://schemas.openxmlformats.org/officeDocument/2006/relationships/image" Target="../media/image164.jpeg"/><Relationship Id="rId17" Type="http://schemas.openxmlformats.org/officeDocument/2006/relationships/image" Target="../media/image169.jpe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6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63.jpeg"/><Relationship Id="rId5" Type="http://schemas.openxmlformats.org/officeDocument/2006/relationships/image" Target="../media/image3.png"/><Relationship Id="rId15" Type="http://schemas.openxmlformats.org/officeDocument/2006/relationships/image" Target="../media/image167.jpeg"/><Relationship Id="rId10" Type="http://schemas.openxmlformats.org/officeDocument/2006/relationships/image" Target="../media/image162.jpeg"/><Relationship Id="rId19" Type="http://schemas.openxmlformats.org/officeDocument/2006/relationships/image" Target="../media/image171.jpeg"/><Relationship Id="rId4" Type="http://schemas.openxmlformats.org/officeDocument/2006/relationships/image" Target="../media/image2.png"/><Relationship Id="rId9" Type="http://schemas.openxmlformats.org/officeDocument/2006/relationships/image" Target="../media/image161.jpeg"/><Relationship Id="rId14" Type="http://schemas.openxmlformats.org/officeDocument/2006/relationships/image" Target="../media/image166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jpeg"/><Relationship Id="rId13" Type="http://schemas.openxmlformats.org/officeDocument/2006/relationships/image" Target="../media/image179.jpeg"/><Relationship Id="rId18" Type="http://schemas.openxmlformats.org/officeDocument/2006/relationships/image" Target="../media/image184.jpeg"/><Relationship Id="rId3" Type="http://schemas.openxmlformats.org/officeDocument/2006/relationships/image" Target="../media/image2.png"/><Relationship Id="rId7" Type="http://schemas.openxmlformats.org/officeDocument/2006/relationships/image" Target="../media/image173.jpeg"/><Relationship Id="rId12" Type="http://schemas.openxmlformats.org/officeDocument/2006/relationships/image" Target="../media/image178.jpeg"/><Relationship Id="rId17" Type="http://schemas.openxmlformats.org/officeDocument/2006/relationships/image" Target="../media/image183.jpe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82.jpeg"/><Relationship Id="rId20" Type="http://schemas.openxmlformats.org/officeDocument/2006/relationships/image" Target="../media/image18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2.jpeg"/><Relationship Id="rId11" Type="http://schemas.openxmlformats.org/officeDocument/2006/relationships/image" Target="../media/image177.jpeg"/><Relationship Id="rId5" Type="http://schemas.openxmlformats.org/officeDocument/2006/relationships/image" Target="../media/image4.png"/><Relationship Id="rId15" Type="http://schemas.openxmlformats.org/officeDocument/2006/relationships/image" Target="../media/image181.jpeg"/><Relationship Id="rId10" Type="http://schemas.openxmlformats.org/officeDocument/2006/relationships/image" Target="../media/image176.jpeg"/><Relationship Id="rId19" Type="http://schemas.openxmlformats.org/officeDocument/2006/relationships/image" Target="../media/image185.jpeg"/><Relationship Id="rId4" Type="http://schemas.openxmlformats.org/officeDocument/2006/relationships/image" Target="../media/image3.png"/><Relationship Id="rId9" Type="http://schemas.openxmlformats.org/officeDocument/2006/relationships/image" Target="../media/image175.jpeg"/><Relationship Id="rId14" Type="http://schemas.openxmlformats.org/officeDocument/2006/relationships/image" Target="../media/image180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jpeg"/><Relationship Id="rId13" Type="http://schemas.openxmlformats.org/officeDocument/2006/relationships/image" Target="../media/image194.jpeg"/><Relationship Id="rId18" Type="http://schemas.openxmlformats.org/officeDocument/2006/relationships/image" Target="../media/image199.jpeg"/><Relationship Id="rId3" Type="http://schemas.openxmlformats.org/officeDocument/2006/relationships/image" Target="../media/image2.png"/><Relationship Id="rId7" Type="http://schemas.openxmlformats.org/officeDocument/2006/relationships/image" Target="../media/image188.jpeg"/><Relationship Id="rId12" Type="http://schemas.openxmlformats.org/officeDocument/2006/relationships/image" Target="../media/image193.jpeg"/><Relationship Id="rId17" Type="http://schemas.openxmlformats.org/officeDocument/2006/relationships/image" Target="../media/image198.jpe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97.jpeg"/><Relationship Id="rId20" Type="http://schemas.openxmlformats.org/officeDocument/2006/relationships/image" Target="../media/image20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7.jpeg"/><Relationship Id="rId11" Type="http://schemas.openxmlformats.org/officeDocument/2006/relationships/image" Target="../media/image192.jpeg"/><Relationship Id="rId5" Type="http://schemas.openxmlformats.org/officeDocument/2006/relationships/image" Target="../media/image4.png"/><Relationship Id="rId15" Type="http://schemas.openxmlformats.org/officeDocument/2006/relationships/image" Target="../media/image196.jpeg"/><Relationship Id="rId10" Type="http://schemas.openxmlformats.org/officeDocument/2006/relationships/image" Target="../media/image191.jpeg"/><Relationship Id="rId19" Type="http://schemas.openxmlformats.org/officeDocument/2006/relationships/image" Target="../media/image200.jpeg"/><Relationship Id="rId4" Type="http://schemas.openxmlformats.org/officeDocument/2006/relationships/image" Target="../media/image3.png"/><Relationship Id="rId9" Type="http://schemas.openxmlformats.org/officeDocument/2006/relationships/image" Target="../media/image190.jpeg"/><Relationship Id="rId14" Type="http://schemas.openxmlformats.org/officeDocument/2006/relationships/image" Target="../media/image195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jpeg"/><Relationship Id="rId13" Type="http://schemas.openxmlformats.org/officeDocument/2006/relationships/image" Target="../media/image209.jpeg"/><Relationship Id="rId18" Type="http://schemas.openxmlformats.org/officeDocument/2006/relationships/image" Target="../media/image214.jpeg"/><Relationship Id="rId3" Type="http://schemas.openxmlformats.org/officeDocument/2006/relationships/image" Target="../media/image202.jpeg"/><Relationship Id="rId7" Type="http://schemas.openxmlformats.org/officeDocument/2006/relationships/image" Target="../media/image203.jpeg"/><Relationship Id="rId12" Type="http://schemas.openxmlformats.org/officeDocument/2006/relationships/image" Target="../media/image208.jpeg"/><Relationship Id="rId17" Type="http://schemas.openxmlformats.org/officeDocument/2006/relationships/image" Target="../media/image213.jpe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212.jpeg"/><Relationship Id="rId20" Type="http://schemas.openxmlformats.org/officeDocument/2006/relationships/image" Target="../media/image21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207.jpeg"/><Relationship Id="rId5" Type="http://schemas.openxmlformats.org/officeDocument/2006/relationships/image" Target="../media/image3.png"/><Relationship Id="rId15" Type="http://schemas.openxmlformats.org/officeDocument/2006/relationships/image" Target="../media/image211.jpeg"/><Relationship Id="rId10" Type="http://schemas.openxmlformats.org/officeDocument/2006/relationships/image" Target="../media/image206.jpeg"/><Relationship Id="rId19" Type="http://schemas.openxmlformats.org/officeDocument/2006/relationships/image" Target="../media/image215.jpeg"/><Relationship Id="rId4" Type="http://schemas.openxmlformats.org/officeDocument/2006/relationships/image" Target="../media/image2.png"/><Relationship Id="rId9" Type="http://schemas.openxmlformats.org/officeDocument/2006/relationships/image" Target="../media/image205.jpeg"/><Relationship Id="rId14" Type="http://schemas.openxmlformats.org/officeDocument/2006/relationships/image" Target="../media/image210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jpeg"/><Relationship Id="rId13" Type="http://schemas.openxmlformats.org/officeDocument/2006/relationships/image" Target="../media/image224.jpeg"/><Relationship Id="rId18" Type="http://schemas.openxmlformats.org/officeDocument/2006/relationships/image" Target="../media/image229.jpeg"/><Relationship Id="rId3" Type="http://schemas.openxmlformats.org/officeDocument/2006/relationships/image" Target="../media/image2.png"/><Relationship Id="rId7" Type="http://schemas.openxmlformats.org/officeDocument/2006/relationships/image" Target="../media/image218.jpeg"/><Relationship Id="rId12" Type="http://schemas.openxmlformats.org/officeDocument/2006/relationships/image" Target="../media/image223.jpeg"/><Relationship Id="rId17" Type="http://schemas.openxmlformats.org/officeDocument/2006/relationships/image" Target="../media/image228.jpe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227.jpeg"/><Relationship Id="rId20" Type="http://schemas.openxmlformats.org/officeDocument/2006/relationships/image" Target="../media/image23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7.jpeg"/><Relationship Id="rId11" Type="http://schemas.openxmlformats.org/officeDocument/2006/relationships/image" Target="../media/image222.jpeg"/><Relationship Id="rId5" Type="http://schemas.openxmlformats.org/officeDocument/2006/relationships/image" Target="../media/image4.png"/><Relationship Id="rId15" Type="http://schemas.openxmlformats.org/officeDocument/2006/relationships/image" Target="../media/image226.jpeg"/><Relationship Id="rId10" Type="http://schemas.openxmlformats.org/officeDocument/2006/relationships/image" Target="../media/image221.jpeg"/><Relationship Id="rId19" Type="http://schemas.openxmlformats.org/officeDocument/2006/relationships/image" Target="../media/image230.jpeg"/><Relationship Id="rId4" Type="http://schemas.openxmlformats.org/officeDocument/2006/relationships/image" Target="../media/image3.png"/><Relationship Id="rId9" Type="http://schemas.openxmlformats.org/officeDocument/2006/relationships/image" Target="../media/image220.jpeg"/><Relationship Id="rId14" Type="http://schemas.openxmlformats.org/officeDocument/2006/relationships/image" Target="../media/image225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39.jpeg"/><Relationship Id="rId18" Type="http://schemas.openxmlformats.org/officeDocument/2006/relationships/image" Target="../media/image244.jpeg"/><Relationship Id="rId3" Type="http://schemas.openxmlformats.org/officeDocument/2006/relationships/image" Target="../media/image232.jpeg"/><Relationship Id="rId7" Type="http://schemas.openxmlformats.org/officeDocument/2006/relationships/image" Target="../media/image3.png"/><Relationship Id="rId12" Type="http://schemas.openxmlformats.org/officeDocument/2006/relationships/image" Target="../media/image238.jpeg"/><Relationship Id="rId17" Type="http://schemas.openxmlformats.org/officeDocument/2006/relationships/image" Target="../media/image243.jpe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242.jpeg"/><Relationship Id="rId20" Type="http://schemas.openxmlformats.org/officeDocument/2006/relationships/image" Target="../media/image24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237.jpeg"/><Relationship Id="rId5" Type="http://schemas.openxmlformats.org/officeDocument/2006/relationships/image" Target="../media/image234.jpeg"/><Relationship Id="rId15" Type="http://schemas.openxmlformats.org/officeDocument/2006/relationships/image" Target="../media/image241.jpeg"/><Relationship Id="rId10" Type="http://schemas.openxmlformats.org/officeDocument/2006/relationships/image" Target="../media/image236.jpeg"/><Relationship Id="rId19" Type="http://schemas.openxmlformats.org/officeDocument/2006/relationships/image" Target="../media/image245.jpeg"/><Relationship Id="rId4" Type="http://schemas.openxmlformats.org/officeDocument/2006/relationships/image" Target="../media/image233.jpeg"/><Relationship Id="rId9" Type="http://schemas.openxmlformats.org/officeDocument/2006/relationships/image" Target="../media/image235.jpeg"/><Relationship Id="rId14" Type="http://schemas.openxmlformats.org/officeDocument/2006/relationships/image" Target="../media/image240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54.jpeg"/><Relationship Id="rId18" Type="http://schemas.openxmlformats.org/officeDocument/2006/relationships/image" Target="../media/image259.jpeg"/><Relationship Id="rId3" Type="http://schemas.openxmlformats.org/officeDocument/2006/relationships/image" Target="../media/image247.jpeg"/><Relationship Id="rId7" Type="http://schemas.openxmlformats.org/officeDocument/2006/relationships/image" Target="../media/image3.png"/><Relationship Id="rId12" Type="http://schemas.openxmlformats.org/officeDocument/2006/relationships/image" Target="../media/image253.jpeg"/><Relationship Id="rId17" Type="http://schemas.openxmlformats.org/officeDocument/2006/relationships/image" Target="../media/image258.jpe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257.jpeg"/><Relationship Id="rId20" Type="http://schemas.openxmlformats.org/officeDocument/2006/relationships/image" Target="../media/image26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252.jpeg"/><Relationship Id="rId5" Type="http://schemas.openxmlformats.org/officeDocument/2006/relationships/image" Target="../media/image249.jpeg"/><Relationship Id="rId15" Type="http://schemas.openxmlformats.org/officeDocument/2006/relationships/image" Target="../media/image256.jpeg"/><Relationship Id="rId10" Type="http://schemas.openxmlformats.org/officeDocument/2006/relationships/image" Target="../media/image251.jpeg"/><Relationship Id="rId19" Type="http://schemas.openxmlformats.org/officeDocument/2006/relationships/image" Target="../media/image260.jpeg"/><Relationship Id="rId4" Type="http://schemas.openxmlformats.org/officeDocument/2006/relationships/image" Target="../media/image248.jpeg"/><Relationship Id="rId9" Type="http://schemas.openxmlformats.org/officeDocument/2006/relationships/image" Target="../media/image250.jpeg"/><Relationship Id="rId14" Type="http://schemas.openxmlformats.org/officeDocument/2006/relationships/image" Target="../media/image255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4.jpeg"/><Relationship Id="rId13" Type="http://schemas.openxmlformats.org/officeDocument/2006/relationships/image" Target="../media/image269.jpeg"/><Relationship Id="rId18" Type="http://schemas.openxmlformats.org/officeDocument/2006/relationships/image" Target="../media/image274.jpeg"/><Relationship Id="rId3" Type="http://schemas.openxmlformats.org/officeDocument/2006/relationships/image" Target="../media/image2.png"/><Relationship Id="rId7" Type="http://schemas.openxmlformats.org/officeDocument/2006/relationships/image" Target="../media/image263.jpeg"/><Relationship Id="rId12" Type="http://schemas.openxmlformats.org/officeDocument/2006/relationships/image" Target="../media/image268.jpeg"/><Relationship Id="rId17" Type="http://schemas.openxmlformats.org/officeDocument/2006/relationships/image" Target="../media/image273.jpe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272.jpeg"/><Relationship Id="rId20" Type="http://schemas.openxmlformats.org/officeDocument/2006/relationships/image" Target="../media/image27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2.jpeg"/><Relationship Id="rId11" Type="http://schemas.openxmlformats.org/officeDocument/2006/relationships/image" Target="../media/image267.jpeg"/><Relationship Id="rId5" Type="http://schemas.openxmlformats.org/officeDocument/2006/relationships/image" Target="../media/image4.png"/><Relationship Id="rId15" Type="http://schemas.openxmlformats.org/officeDocument/2006/relationships/image" Target="../media/image271.jpeg"/><Relationship Id="rId10" Type="http://schemas.openxmlformats.org/officeDocument/2006/relationships/image" Target="../media/image266.jpeg"/><Relationship Id="rId19" Type="http://schemas.openxmlformats.org/officeDocument/2006/relationships/image" Target="../media/image275.jpeg"/><Relationship Id="rId4" Type="http://schemas.openxmlformats.org/officeDocument/2006/relationships/image" Target="../media/image3.png"/><Relationship Id="rId9" Type="http://schemas.openxmlformats.org/officeDocument/2006/relationships/image" Target="../media/image265.jpeg"/><Relationship Id="rId14" Type="http://schemas.openxmlformats.org/officeDocument/2006/relationships/image" Target="../media/image270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284.jpeg"/><Relationship Id="rId18" Type="http://schemas.openxmlformats.org/officeDocument/2006/relationships/image" Target="../media/image289.jpeg"/><Relationship Id="rId3" Type="http://schemas.openxmlformats.org/officeDocument/2006/relationships/image" Target="../media/image277.jpeg"/><Relationship Id="rId7" Type="http://schemas.openxmlformats.org/officeDocument/2006/relationships/image" Target="../media/image281.jpeg"/><Relationship Id="rId12" Type="http://schemas.openxmlformats.org/officeDocument/2006/relationships/image" Target="../media/image283.jpeg"/><Relationship Id="rId17" Type="http://schemas.openxmlformats.org/officeDocument/2006/relationships/image" Target="../media/image288.jpe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287.jpeg"/><Relationship Id="rId20" Type="http://schemas.openxmlformats.org/officeDocument/2006/relationships/image" Target="../media/image29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0.jpeg"/><Relationship Id="rId11" Type="http://schemas.openxmlformats.org/officeDocument/2006/relationships/image" Target="../media/image282.jpeg"/><Relationship Id="rId5" Type="http://schemas.openxmlformats.org/officeDocument/2006/relationships/image" Target="../media/image279.jpeg"/><Relationship Id="rId15" Type="http://schemas.openxmlformats.org/officeDocument/2006/relationships/image" Target="../media/image286.jpeg"/><Relationship Id="rId10" Type="http://schemas.openxmlformats.org/officeDocument/2006/relationships/image" Target="../media/image4.png"/><Relationship Id="rId19" Type="http://schemas.openxmlformats.org/officeDocument/2006/relationships/image" Target="../media/image290.jpeg"/><Relationship Id="rId4" Type="http://schemas.openxmlformats.org/officeDocument/2006/relationships/image" Target="../media/image278.jpeg"/><Relationship Id="rId9" Type="http://schemas.openxmlformats.org/officeDocument/2006/relationships/image" Target="../media/image3.png"/><Relationship Id="rId14" Type="http://schemas.openxmlformats.org/officeDocument/2006/relationships/image" Target="../media/image285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99.jpeg"/><Relationship Id="rId18" Type="http://schemas.openxmlformats.org/officeDocument/2006/relationships/image" Target="../media/image304.jpeg"/><Relationship Id="rId3" Type="http://schemas.openxmlformats.org/officeDocument/2006/relationships/image" Target="../media/image292.jpeg"/><Relationship Id="rId7" Type="http://schemas.openxmlformats.org/officeDocument/2006/relationships/image" Target="../media/image3.png"/><Relationship Id="rId12" Type="http://schemas.openxmlformats.org/officeDocument/2006/relationships/image" Target="../media/image298.jpeg"/><Relationship Id="rId17" Type="http://schemas.openxmlformats.org/officeDocument/2006/relationships/image" Target="../media/image303.jpe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302.jpeg"/><Relationship Id="rId20" Type="http://schemas.openxmlformats.org/officeDocument/2006/relationships/image" Target="../media/image30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297.jpeg"/><Relationship Id="rId5" Type="http://schemas.openxmlformats.org/officeDocument/2006/relationships/image" Target="../media/image294.jpeg"/><Relationship Id="rId15" Type="http://schemas.openxmlformats.org/officeDocument/2006/relationships/image" Target="../media/image301.jpeg"/><Relationship Id="rId10" Type="http://schemas.openxmlformats.org/officeDocument/2006/relationships/image" Target="../media/image296.jpeg"/><Relationship Id="rId19" Type="http://schemas.openxmlformats.org/officeDocument/2006/relationships/image" Target="../media/image305.jpeg"/><Relationship Id="rId4" Type="http://schemas.openxmlformats.org/officeDocument/2006/relationships/image" Target="../media/image293.jpeg"/><Relationship Id="rId9" Type="http://schemas.openxmlformats.org/officeDocument/2006/relationships/image" Target="../media/image295.jpeg"/><Relationship Id="rId14" Type="http://schemas.openxmlformats.org/officeDocument/2006/relationships/image" Target="../media/image300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9.jpeg"/><Relationship Id="rId13" Type="http://schemas.openxmlformats.org/officeDocument/2006/relationships/image" Target="../media/image314.jpeg"/><Relationship Id="rId18" Type="http://schemas.openxmlformats.org/officeDocument/2006/relationships/image" Target="../media/image319.jpeg"/><Relationship Id="rId3" Type="http://schemas.openxmlformats.org/officeDocument/2006/relationships/image" Target="../media/image307.jpeg"/><Relationship Id="rId7" Type="http://schemas.openxmlformats.org/officeDocument/2006/relationships/image" Target="../media/image4.png"/><Relationship Id="rId12" Type="http://schemas.openxmlformats.org/officeDocument/2006/relationships/image" Target="../media/image313.jpeg"/><Relationship Id="rId17" Type="http://schemas.openxmlformats.org/officeDocument/2006/relationships/image" Target="../media/image318.jpe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317.jpeg"/><Relationship Id="rId20" Type="http://schemas.openxmlformats.org/officeDocument/2006/relationships/image" Target="../media/image3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312.jpeg"/><Relationship Id="rId5" Type="http://schemas.openxmlformats.org/officeDocument/2006/relationships/image" Target="../media/image2.png"/><Relationship Id="rId15" Type="http://schemas.openxmlformats.org/officeDocument/2006/relationships/image" Target="../media/image316.jpeg"/><Relationship Id="rId10" Type="http://schemas.openxmlformats.org/officeDocument/2006/relationships/image" Target="../media/image311.jpeg"/><Relationship Id="rId19" Type="http://schemas.openxmlformats.org/officeDocument/2006/relationships/image" Target="../media/image320.jpeg"/><Relationship Id="rId4" Type="http://schemas.openxmlformats.org/officeDocument/2006/relationships/image" Target="../media/image308.jpeg"/><Relationship Id="rId9" Type="http://schemas.openxmlformats.org/officeDocument/2006/relationships/image" Target="../media/image310.jpeg"/><Relationship Id="rId14" Type="http://schemas.openxmlformats.org/officeDocument/2006/relationships/image" Target="../media/image315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4.jpeg"/><Relationship Id="rId13" Type="http://schemas.openxmlformats.org/officeDocument/2006/relationships/image" Target="../media/image329.jpeg"/><Relationship Id="rId18" Type="http://schemas.openxmlformats.org/officeDocument/2006/relationships/image" Target="../media/image334.jpeg"/><Relationship Id="rId3" Type="http://schemas.openxmlformats.org/officeDocument/2006/relationships/image" Target="../media/image322.jpeg"/><Relationship Id="rId7" Type="http://schemas.openxmlformats.org/officeDocument/2006/relationships/image" Target="../media/image4.png"/><Relationship Id="rId12" Type="http://schemas.openxmlformats.org/officeDocument/2006/relationships/image" Target="../media/image328.jpeg"/><Relationship Id="rId17" Type="http://schemas.openxmlformats.org/officeDocument/2006/relationships/image" Target="../media/image333.jpe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332.jpeg"/><Relationship Id="rId20" Type="http://schemas.openxmlformats.org/officeDocument/2006/relationships/image" Target="../media/image33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327.jpeg"/><Relationship Id="rId5" Type="http://schemas.openxmlformats.org/officeDocument/2006/relationships/image" Target="../media/image2.png"/><Relationship Id="rId15" Type="http://schemas.openxmlformats.org/officeDocument/2006/relationships/image" Target="../media/image331.jpeg"/><Relationship Id="rId10" Type="http://schemas.openxmlformats.org/officeDocument/2006/relationships/image" Target="../media/image326.jpeg"/><Relationship Id="rId19" Type="http://schemas.openxmlformats.org/officeDocument/2006/relationships/image" Target="../media/image335.jpeg"/><Relationship Id="rId4" Type="http://schemas.openxmlformats.org/officeDocument/2006/relationships/image" Target="../media/image323.jpeg"/><Relationship Id="rId9" Type="http://schemas.openxmlformats.org/officeDocument/2006/relationships/image" Target="../media/image325.jpeg"/><Relationship Id="rId14" Type="http://schemas.openxmlformats.org/officeDocument/2006/relationships/image" Target="../media/image330.jpe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9.jpeg"/><Relationship Id="rId13" Type="http://schemas.openxmlformats.org/officeDocument/2006/relationships/image" Target="../media/image344.jpeg"/><Relationship Id="rId18" Type="http://schemas.openxmlformats.org/officeDocument/2006/relationships/image" Target="../media/image349.jpeg"/><Relationship Id="rId3" Type="http://schemas.openxmlformats.org/officeDocument/2006/relationships/image" Target="../media/image337.jpeg"/><Relationship Id="rId7" Type="http://schemas.openxmlformats.org/officeDocument/2006/relationships/image" Target="../media/image338.jpeg"/><Relationship Id="rId12" Type="http://schemas.openxmlformats.org/officeDocument/2006/relationships/image" Target="../media/image343.jpeg"/><Relationship Id="rId17" Type="http://schemas.openxmlformats.org/officeDocument/2006/relationships/image" Target="../media/image348.jpe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34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342.jpeg"/><Relationship Id="rId5" Type="http://schemas.openxmlformats.org/officeDocument/2006/relationships/image" Target="../media/image3.png"/><Relationship Id="rId15" Type="http://schemas.openxmlformats.org/officeDocument/2006/relationships/image" Target="../media/image346.jpeg"/><Relationship Id="rId10" Type="http://schemas.openxmlformats.org/officeDocument/2006/relationships/image" Target="../media/image341.jpeg"/><Relationship Id="rId19" Type="http://schemas.openxmlformats.org/officeDocument/2006/relationships/image" Target="../media/image350.jpeg"/><Relationship Id="rId4" Type="http://schemas.openxmlformats.org/officeDocument/2006/relationships/image" Target="../media/image2.png"/><Relationship Id="rId9" Type="http://schemas.openxmlformats.org/officeDocument/2006/relationships/image" Target="../media/image340.jpeg"/><Relationship Id="rId14" Type="http://schemas.openxmlformats.org/officeDocument/2006/relationships/image" Target="../media/image345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3.jpeg"/><Relationship Id="rId13" Type="http://schemas.openxmlformats.org/officeDocument/2006/relationships/image" Target="../media/image358.jpeg"/><Relationship Id="rId18" Type="http://schemas.openxmlformats.org/officeDocument/2006/relationships/image" Target="../media/image363.jpeg"/><Relationship Id="rId3" Type="http://schemas.openxmlformats.org/officeDocument/2006/relationships/image" Target="../media/image351.jpeg"/><Relationship Id="rId7" Type="http://schemas.openxmlformats.org/officeDocument/2006/relationships/image" Target="../media/image4.png"/><Relationship Id="rId12" Type="http://schemas.openxmlformats.org/officeDocument/2006/relationships/image" Target="../media/image357.jpeg"/><Relationship Id="rId17" Type="http://schemas.openxmlformats.org/officeDocument/2006/relationships/image" Target="../media/image362.jpe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361.jpeg"/><Relationship Id="rId20" Type="http://schemas.openxmlformats.org/officeDocument/2006/relationships/image" Target="../media/image36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356.jpeg"/><Relationship Id="rId5" Type="http://schemas.openxmlformats.org/officeDocument/2006/relationships/image" Target="../media/image2.png"/><Relationship Id="rId15" Type="http://schemas.openxmlformats.org/officeDocument/2006/relationships/image" Target="../media/image360.jpeg"/><Relationship Id="rId10" Type="http://schemas.openxmlformats.org/officeDocument/2006/relationships/image" Target="../media/image355.jpeg"/><Relationship Id="rId19" Type="http://schemas.openxmlformats.org/officeDocument/2006/relationships/image" Target="../media/image364.jpeg"/><Relationship Id="rId4" Type="http://schemas.openxmlformats.org/officeDocument/2006/relationships/image" Target="../media/image352.jpeg"/><Relationship Id="rId9" Type="http://schemas.openxmlformats.org/officeDocument/2006/relationships/image" Target="../media/image354.jpeg"/><Relationship Id="rId14" Type="http://schemas.openxmlformats.org/officeDocument/2006/relationships/image" Target="../media/image359.jpe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8.jpeg"/><Relationship Id="rId13" Type="http://schemas.openxmlformats.org/officeDocument/2006/relationships/image" Target="../media/image373.jpeg"/><Relationship Id="rId18" Type="http://schemas.openxmlformats.org/officeDocument/2006/relationships/image" Target="../media/image378.jpeg"/><Relationship Id="rId3" Type="http://schemas.openxmlformats.org/officeDocument/2006/relationships/image" Target="../media/image366.jpeg"/><Relationship Id="rId7" Type="http://schemas.openxmlformats.org/officeDocument/2006/relationships/image" Target="../media/image4.png"/><Relationship Id="rId12" Type="http://schemas.openxmlformats.org/officeDocument/2006/relationships/image" Target="../media/image372.jpeg"/><Relationship Id="rId17" Type="http://schemas.openxmlformats.org/officeDocument/2006/relationships/image" Target="../media/image377.jpe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376.jpeg"/><Relationship Id="rId20" Type="http://schemas.openxmlformats.org/officeDocument/2006/relationships/image" Target="../media/image38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371.jpeg"/><Relationship Id="rId5" Type="http://schemas.openxmlformats.org/officeDocument/2006/relationships/image" Target="../media/image2.png"/><Relationship Id="rId15" Type="http://schemas.openxmlformats.org/officeDocument/2006/relationships/image" Target="../media/image375.jpeg"/><Relationship Id="rId10" Type="http://schemas.openxmlformats.org/officeDocument/2006/relationships/image" Target="../media/image370.jpeg"/><Relationship Id="rId19" Type="http://schemas.openxmlformats.org/officeDocument/2006/relationships/image" Target="../media/image379.jpeg"/><Relationship Id="rId4" Type="http://schemas.openxmlformats.org/officeDocument/2006/relationships/image" Target="../media/image367.jpeg"/><Relationship Id="rId9" Type="http://schemas.openxmlformats.org/officeDocument/2006/relationships/image" Target="../media/image369.jpeg"/><Relationship Id="rId14" Type="http://schemas.openxmlformats.org/officeDocument/2006/relationships/image" Target="../media/image374.jpe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388.jpeg"/><Relationship Id="rId18" Type="http://schemas.openxmlformats.org/officeDocument/2006/relationships/image" Target="../media/image393.jpeg"/><Relationship Id="rId3" Type="http://schemas.openxmlformats.org/officeDocument/2006/relationships/image" Target="../media/image381.jpeg"/><Relationship Id="rId7" Type="http://schemas.openxmlformats.org/officeDocument/2006/relationships/image" Target="../media/image3.png"/><Relationship Id="rId12" Type="http://schemas.openxmlformats.org/officeDocument/2006/relationships/image" Target="../media/image387.jpeg"/><Relationship Id="rId17" Type="http://schemas.openxmlformats.org/officeDocument/2006/relationships/image" Target="../media/image392.jpe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391.jpeg"/><Relationship Id="rId20" Type="http://schemas.openxmlformats.org/officeDocument/2006/relationships/image" Target="../media/image39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386.jpeg"/><Relationship Id="rId5" Type="http://schemas.openxmlformats.org/officeDocument/2006/relationships/image" Target="../media/image383.jpeg"/><Relationship Id="rId15" Type="http://schemas.openxmlformats.org/officeDocument/2006/relationships/image" Target="../media/image390.jpeg"/><Relationship Id="rId10" Type="http://schemas.openxmlformats.org/officeDocument/2006/relationships/image" Target="../media/image385.jpeg"/><Relationship Id="rId19" Type="http://schemas.openxmlformats.org/officeDocument/2006/relationships/image" Target="../media/image394.jpeg"/><Relationship Id="rId4" Type="http://schemas.openxmlformats.org/officeDocument/2006/relationships/image" Target="../media/image382.jpeg"/><Relationship Id="rId9" Type="http://schemas.openxmlformats.org/officeDocument/2006/relationships/image" Target="../media/image384.jpeg"/><Relationship Id="rId14" Type="http://schemas.openxmlformats.org/officeDocument/2006/relationships/image" Target="../media/image389.jpe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8.jpeg"/><Relationship Id="rId13" Type="http://schemas.openxmlformats.org/officeDocument/2006/relationships/image" Target="../media/image403.jpeg"/><Relationship Id="rId18" Type="http://schemas.openxmlformats.org/officeDocument/2006/relationships/image" Target="../media/image408.jpeg"/><Relationship Id="rId3" Type="http://schemas.openxmlformats.org/officeDocument/2006/relationships/image" Target="../media/image396.jpeg"/><Relationship Id="rId7" Type="http://schemas.openxmlformats.org/officeDocument/2006/relationships/image" Target="../media/image4.png"/><Relationship Id="rId12" Type="http://schemas.openxmlformats.org/officeDocument/2006/relationships/image" Target="../media/image402.jpeg"/><Relationship Id="rId17" Type="http://schemas.openxmlformats.org/officeDocument/2006/relationships/image" Target="../media/image407.jpe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406.jpeg"/><Relationship Id="rId20" Type="http://schemas.openxmlformats.org/officeDocument/2006/relationships/image" Target="../media/image4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401.jpeg"/><Relationship Id="rId5" Type="http://schemas.openxmlformats.org/officeDocument/2006/relationships/image" Target="../media/image2.png"/><Relationship Id="rId15" Type="http://schemas.openxmlformats.org/officeDocument/2006/relationships/image" Target="../media/image405.jpeg"/><Relationship Id="rId10" Type="http://schemas.openxmlformats.org/officeDocument/2006/relationships/image" Target="../media/image400.jpeg"/><Relationship Id="rId19" Type="http://schemas.openxmlformats.org/officeDocument/2006/relationships/image" Target="../media/image409.jpeg"/><Relationship Id="rId4" Type="http://schemas.openxmlformats.org/officeDocument/2006/relationships/image" Target="../media/image397.jpeg"/><Relationship Id="rId9" Type="http://schemas.openxmlformats.org/officeDocument/2006/relationships/image" Target="../media/image399.jpeg"/><Relationship Id="rId14" Type="http://schemas.openxmlformats.org/officeDocument/2006/relationships/image" Target="../media/image404.jpe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3.jpeg"/><Relationship Id="rId13" Type="http://schemas.openxmlformats.org/officeDocument/2006/relationships/image" Target="../media/image418.jpeg"/><Relationship Id="rId18" Type="http://schemas.openxmlformats.org/officeDocument/2006/relationships/image" Target="../media/image423.jpeg"/><Relationship Id="rId3" Type="http://schemas.openxmlformats.org/officeDocument/2006/relationships/image" Target="../media/image411.jpeg"/><Relationship Id="rId7" Type="http://schemas.openxmlformats.org/officeDocument/2006/relationships/image" Target="../media/image412.jpeg"/><Relationship Id="rId12" Type="http://schemas.openxmlformats.org/officeDocument/2006/relationships/image" Target="../media/image417.jpeg"/><Relationship Id="rId17" Type="http://schemas.openxmlformats.org/officeDocument/2006/relationships/image" Target="../media/image422.jpe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421.jpeg"/><Relationship Id="rId20" Type="http://schemas.openxmlformats.org/officeDocument/2006/relationships/image" Target="../media/image42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416.jpeg"/><Relationship Id="rId5" Type="http://schemas.openxmlformats.org/officeDocument/2006/relationships/image" Target="../media/image3.png"/><Relationship Id="rId15" Type="http://schemas.openxmlformats.org/officeDocument/2006/relationships/image" Target="../media/image420.jpeg"/><Relationship Id="rId10" Type="http://schemas.openxmlformats.org/officeDocument/2006/relationships/image" Target="../media/image415.jpeg"/><Relationship Id="rId19" Type="http://schemas.openxmlformats.org/officeDocument/2006/relationships/image" Target="../media/image424.jpeg"/><Relationship Id="rId4" Type="http://schemas.openxmlformats.org/officeDocument/2006/relationships/image" Target="../media/image2.png"/><Relationship Id="rId9" Type="http://schemas.openxmlformats.org/officeDocument/2006/relationships/image" Target="../media/image414.jpeg"/><Relationship Id="rId14" Type="http://schemas.openxmlformats.org/officeDocument/2006/relationships/image" Target="../media/image419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8.jpeg"/><Relationship Id="rId13" Type="http://schemas.openxmlformats.org/officeDocument/2006/relationships/image" Target="../media/image433.jpeg"/><Relationship Id="rId18" Type="http://schemas.openxmlformats.org/officeDocument/2006/relationships/image" Target="../media/image438.jpeg"/><Relationship Id="rId3" Type="http://schemas.openxmlformats.org/officeDocument/2006/relationships/image" Target="../media/image426.jpeg"/><Relationship Id="rId21" Type="http://schemas.openxmlformats.org/officeDocument/2006/relationships/image" Target="../media/image441.jpeg"/><Relationship Id="rId7" Type="http://schemas.openxmlformats.org/officeDocument/2006/relationships/image" Target="../media/image427.jpeg"/><Relationship Id="rId12" Type="http://schemas.openxmlformats.org/officeDocument/2006/relationships/image" Target="../media/image432.jpeg"/><Relationship Id="rId17" Type="http://schemas.openxmlformats.org/officeDocument/2006/relationships/image" Target="../media/image437.jpe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436.jpeg"/><Relationship Id="rId20" Type="http://schemas.openxmlformats.org/officeDocument/2006/relationships/image" Target="../media/image44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431.jpeg"/><Relationship Id="rId5" Type="http://schemas.openxmlformats.org/officeDocument/2006/relationships/image" Target="../media/image3.png"/><Relationship Id="rId15" Type="http://schemas.openxmlformats.org/officeDocument/2006/relationships/image" Target="../media/image435.jpeg"/><Relationship Id="rId10" Type="http://schemas.openxmlformats.org/officeDocument/2006/relationships/image" Target="../media/image430.jpeg"/><Relationship Id="rId19" Type="http://schemas.openxmlformats.org/officeDocument/2006/relationships/image" Target="../media/image439.jpeg"/><Relationship Id="rId4" Type="http://schemas.openxmlformats.org/officeDocument/2006/relationships/image" Target="../media/image2.png"/><Relationship Id="rId9" Type="http://schemas.openxmlformats.org/officeDocument/2006/relationships/image" Target="../media/image429.jpeg"/><Relationship Id="rId14" Type="http://schemas.openxmlformats.org/officeDocument/2006/relationships/image" Target="../media/image434.jpe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449.jpeg"/><Relationship Id="rId18" Type="http://schemas.openxmlformats.org/officeDocument/2006/relationships/image" Target="../media/image454.jpeg"/><Relationship Id="rId3" Type="http://schemas.openxmlformats.org/officeDocument/2006/relationships/image" Target="../media/image442.jpeg"/><Relationship Id="rId7" Type="http://schemas.openxmlformats.org/officeDocument/2006/relationships/image" Target="../media/image3.png"/><Relationship Id="rId12" Type="http://schemas.openxmlformats.org/officeDocument/2006/relationships/image" Target="../media/image448.jpeg"/><Relationship Id="rId17" Type="http://schemas.openxmlformats.org/officeDocument/2006/relationships/image" Target="../media/image453.jpe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452.jpeg"/><Relationship Id="rId20" Type="http://schemas.openxmlformats.org/officeDocument/2006/relationships/image" Target="../media/image45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447.jpeg"/><Relationship Id="rId5" Type="http://schemas.openxmlformats.org/officeDocument/2006/relationships/image" Target="../media/image444.jpeg"/><Relationship Id="rId15" Type="http://schemas.openxmlformats.org/officeDocument/2006/relationships/image" Target="../media/image451.jpeg"/><Relationship Id="rId10" Type="http://schemas.openxmlformats.org/officeDocument/2006/relationships/image" Target="../media/image446.jpeg"/><Relationship Id="rId19" Type="http://schemas.openxmlformats.org/officeDocument/2006/relationships/image" Target="../media/image455.jpeg"/><Relationship Id="rId4" Type="http://schemas.openxmlformats.org/officeDocument/2006/relationships/image" Target="../media/image443.jpeg"/><Relationship Id="rId9" Type="http://schemas.openxmlformats.org/officeDocument/2006/relationships/image" Target="../media/image445.jpeg"/><Relationship Id="rId14" Type="http://schemas.openxmlformats.org/officeDocument/2006/relationships/image" Target="../media/image450.jpe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464.jpeg"/><Relationship Id="rId18" Type="http://schemas.openxmlformats.org/officeDocument/2006/relationships/image" Target="../media/image469.jpeg"/><Relationship Id="rId3" Type="http://schemas.openxmlformats.org/officeDocument/2006/relationships/image" Target="../media/image457.jpeg"/><Relationship Id="rId7" Type="http://schemas.openxmlformats.org/officeDocument/2006/relationships/image" Target="../media/image3.png"/><Relationship Id="rId12" Type="http://schemas.openxmlformats.org/officeDocument/2006/relationships/image" Target="../media/image463.jpeg"/><Relationship Id="rId17" Type="http://schemas.openxmlformats.org/officeDocument/2006/relationships/image" Target="../media/image468.jpe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467.jpeg"/><Relationship Id="rId20" Type="http://schemas.openxmlformats.org/officeDocument/2006/relationships/image" Target="../media/image47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462.jpeg"/><Relationship Id="rId5" Type="http://schemas.openxmlformats.org/officeDocument/2006/relationships/image" Target="../media/image459.jpeg"/><Relationship Id="rId15" Type="http://schemas.openxmlformats.org/officeDocument/2006/relationships/image" Target="../media/image466.jpeg"/><Relationship Id="rId10" Type="http://schemas.openxmlformats.org/officeDocument/2006/relationships/image" Target="../media/image461.jpeg"/><Relationship Id="rId19" Type="http://schemas.openxmlformats.org/officeDocument/2006/relationships/image" Target="../media/image470.jpeg"/><Relationship Id="rId4" Type="http://schemas.openxmlformats.org/officeDocument/2006/relationships/image" Target="../media/image458.jpeg"/><Relationship Id="rId9" Type="http://schemas.openxmlformats.org/officeDocument/2006/relationships/image" Target="../media/image460.jpeg"/><Relationship Id="rId14" Type="http://schemas.openxmlformats.org/officeDocument/2006/relationships/image" Target="../media/image465.jpe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479.jpeg"/><Relationship Id="rId18" Type="http://schemas.openxmlformats.org/officeDocument/2006/relationships/image" Target="../media/image484.jpeg"/><Relationship Id="rId3" Type="http://schemas.openxmlformats.org/officeDocument/2006/relationships/image" Target="../media/image472.jpeg"/><Relationship Id="rId7" Type="http://schemas.openxmlformats.org/officeDocument/2006/relationships/image" Target="../media/image3.png"/><Relationship Id="rId12" Type="http://schemas.openxmlformats.org/officeDocument/2006/relationships/image" Target="../media/image478.jpeg"/><Relationship Id="rId17" Type="http://schemas.openxmlformats.org/officeDocument/2006/relationships/image" Target="../media/image483.jpeg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48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477.jpeg"/><Relationship Id="rId5" Type="http://schemas.openxmlformats.org/officeDocument/2006/relationships/image" Target="../media/image474.jpeg"/><Relationship Id="rId15" Type="http://schemas.openxmlformats.org/officeDocument/2006/relationships/image" Target="../media/image481.jpeg"/><Relationship Id="rId10" Type="http://schemas.openxmlformats.org/officeDocument/2006/relationships/image" Target="../media/image476.jpeg"/><Relationship Id="rId19" Type="http://schemas.openxmlformats.org/officeDocument/2006/relationships/image" Target="../media/image485.jpeg"/><Relationship Id="rId4" Type="http://schemas.openxmlformats.org/officeDocument/2006/relationships/image" Target="../media/image473.jpeg"/><Relationship Id="rId9" Type="http://schemas.openxmlformats.org/officeDocument/2006/relationships/image" Target="../media/image475.jpeg"/><Relationship Id="rId14" Type="http://schemas.openxmlformats.org/officeDocument/2006/relationships/image" Target="../media/image480.jpe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493.jpeg"/><Relationship Id="rId18" Type="http://schemas.openxmlformats.org/officeDocument/2006/relationships/image" Target="../media/image498.jpeg"/><Relationship Id="rId3" Type="http://schemas.openxmlformats.org/officeDocument/2006/relationships/image" Target="../media/image486.jpeg"/><Relationship Id="rId7" Type="http://schemas.openxmlformats.org/officeDocument/2006/relationships/image" Target="../media/image3.png"/><Relationship Id="rId12" Type="http://schemas.openxmlformats.org/officeDocument/2006/relationships/image" Target="../media/image492.jpeg"/><Relationship Id="rId17" Type="http://schemas.openxmlformats.org/officeDocument/2006/relationships/image" Target="../media/image497.jpeg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496.jpeg"/><Relationship Id="rId20" Type="http://schemas.openxmlformats.org/officeDocument/2006/relationships/image" Target="../media/image50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491.jpeg"/><Relationship Id="rId5" Type="http://schemas.openxmlformats.org/officeDocument/2006/relationships/image" Target="../media/image488.jpeg"/><Relationship Id="rId15" Type="http://schemas.openxmlformats.org/officeDocument/2006/relationships/image" Target="../media/image495.jpeg"/><Relationship Id="rId10" Type="http://schemas.openxmlformats.org/officeDocument/2006/relationships/image" Target="../media/image490.jpeg"/><Relationship Id="rId19" Type="http://schemas.openxmlformats.org/officeDocument/2006/relationships/image" Target="../media/image499.jpeg"/><Relationship Id="rId4" Type="http://schemas.openxmlformats.org/officeDocument/2006/relationships/image" Target="../media/image487.jpeg"/><Relationship Id="rId9" Type="http://schemas.openxmlformats.org/officeDocument/2006/relationships/image" Target="../media/image489.jpeg"/><Relationship Id="rId14" Type="http://schemas.openxmlformats.org/officeDocument/2006/relationships/image" Target="../media/image494.jpe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3.jpeg"/><Relationship Id="rId13" Type="http://schemas.openxmlformats.org/officeDocument/2006/relationships/image" Target="../media/image508.jpeg"/><Relationship Id="rId18" Type="http://schemas.openxmlformats.org/officeDocument/2006/relationships/image" Target="../media/image513.jpeg"/><Relationship Id="rId3" Type="http://schemas.openxmlformats.org/officeDocument/2006/relationships/image" Target="../media/image501.jpeg"/><Relationship Id="rId7" Type="http://schemas.openxmlformats.org/officeDocument/2006/relationships/image" Target="../media/image502.jpeg"/><Relationship Id="rId12" Type="http://schemas.openxmlformats.org/officeDocument/2006/relationships/image" Target="../media/image507.jpeg"/><Relationship Id="rId17" Type="http://schemas.openxmlformats.org/officeDocument/2006/relationships/image" Target="../media/image512.jpeg"/><Relationship Id="rId2" Type="http://schemas.openxmlformats.org/officeDocument/2006/relationships/notesSlide" Target="../notesSlides/notesSlide34.xml"/><Relationship Id="rId16" Type="http://schemas.openxmlformats.org/officeDocument/2006/relationships/image" Target="../media/image51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506.jpeg"/><Relationship Id="rId5" Type="http://schemas.openxmlformats.org/officeDocument/2006/relationships/image" Target="../media/image3.png"/><Relationship Id="rId15" Type="http://schemas.openxmlformats.org/officeDocument/2006/relationships/image" Target="../media/image510.jpeg"/><Relationship Id="rId10" Type="http://schemas.openxmlformats.org/officeDocument/2006/relationships/image" Target="../media/image505.jpeg"/><Relationship Id="rId19" Type="http://schemas.openxmlformats.org/officeDocument/2006/relationships/image" Target="../media/image514.jpeg"/><Relationship Id="rId4" Type="http://schemas.openxmlformats.org/officeDocument/2006/relationships/image" Target="../media/image2.png"/><Relationship Id="rId9" Type="http://schemas.openxmlformats.org/officeDocument/2006/relationships/image" Target="../media/image504.jpeg"/><Relationship Id="rId14" Type="http://schemas.openxmlformats.org/officeDocument/2006/relationships/image" Target="../media/image509.jpe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7.jpeg"/><Relationship Id="rId13" Type="http://schemas.openxmlformats.org/officeDocument/2006/relationships/image" Target="../media/image522.jpeg"/><Relationship Id="rId18" Type="http://schemas.openxmlformats.org/officeDocument/2006/relationships/image" Target="../media/image527.jpeg"/><Relationship Id="rId3" Type="http://schemas.openxmlformats.org/officeDocument/2006/relationships/image" Target="../media/image515.jpeg"/><Relationship Id="rId7" Type="http://schemas.openxmlformats.org/officeDocument/2006/relationships/image" Target="../media/image516.jpeg"/><Relationship Id="rId12" Type="http://schemas.openxmlformats.org/officeDocument/2006/relationships/image" Target="../media/image521.jpeg"/><Relationship Id="rId17" Type="http://schemas.openxmlformats.org/officeDocument/2006/relationships/image" Target="../media/image526.jpeg"/><Relationship Id="rId2" Type="http://schemas.openxmlformats.org/officeDocument/2006/relationships/notesSlide" Target="../notesSlides/notesSlide35.xml"/><Relationship Id="rId16" Type="http://schemas.openxmlformats.org/officeDocument/2006/relationships/image" Target="../media/image52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520.jpeg"/><Relationship Id="rId5" Type="http://schemas.openxmlformats.org/officeDocument/2006/relationships/image" Target="../media/image3.png"/><Relationship Id="rId15" Type="http://schemas.openxmlformats.org/officeDocument/2006/relationships/image" Target="../media/image524.jpeg"/><Relationship Id="rId10" Type="http://schemas.openxmlformats.org/officeDocument/2006/relationships/image" Target="../media/image519.jpeg"/><Relationship Id="rId19" Type="http://schemas.openxmlformats.org/officeDocument/2006/relationships/image" Target="../media/image528.jpeg"/><Relationship Id="rId4" Type="http://schemas.openxmlformats.org/officeDocument/2006/relationships/image" Target="../media/image2.png"/><Relationship Id="rId9" Type="http://schemas.openxmlformats.org/officeDocument/2006/relationships/image" Target="../media/image518.jpeg"/><Relationship Id="rId14" Type="http://schemas.openxmlformats.org/officeDocument/2006/relationships/image" Target="../media/image523.jpe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536.jpeg"/><Relationship Id="rId18" Type="http://schemas.openxmlformats.org/officeDocument/2006/relationships/image" Target="../media/image541.jpeg"/><Relationship Id="rId3" Type="http://schemas.openxmlformats.org/officeDocument/2006/relationships/image" Target="../media/image529.jpeg"/><Relationship Id="rId7" Type="http://schemas.openxmlformats.org/officeDocument/2006/relationships/image" Target="../media/image2.png"/><Relationship Id="rId12" Type="http://schemas.openxmlformats.org/officeDocument/2006/relationships/image" Target="../media/image535.jpeg"/><Relationship Id="rId17" Type="http://schemas.openxmlformats.org/officeDocument/2006/relationships/image" Target="../media/image540.jpeg"/><Relationship Id="rId2" Type="http://schemas.openxmlformats.org/officeDocument/2006/relationships/notesSlide" Target="../notesSlides/notesSlide36.xml"/><Relationship Id="rId16" Type="http://schemas.openxmlformats.org/officeDocument/2006/relationships/image" Target="../media/image53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2.jpeg"/><Relationship Id="rId11" Type="http://schemas.openxmlformats.org/officeDocument/2006/relationships/image" Target="../media/image534.jpeg"/><Relationship Id="rId5" Type="http://schemas.openxmlformats.org/officeDocument/2006/relationships/image" Target="../media/image531.jpeg"/><Relationship Id="rId15" Type="http://schemas.openxmlformats.org/officeDocument/2006/relationships/image" Target="../media/image538.jpeg"/><Relationship Id="rId10" Type="http://schemas.openxmlformats.org/officeDocument/2006/relationships/image" Target="../media/image533.jpeg"/><Relationship Id="rId19" Type="http://schemas.openxmlformats.org/officeDocument/2006/relationships/image" Target="../media/image542.jpeg"/><Relationship Id="rId4" Type="http://schemas.openxmlformats.org/officeDocument/2006/relationships/image" Target="../media/image530.jpeg"/><Relationship Id="rId9" Type="http://schemas.openxmlformats.org/officeDocument/2006/relationships/image" Target="../media/image4.png"/><Relationship Id="rId14" Type="http://schemas.openxmlformats.org/officeDocument/2006/relationships/image" Target="../media/image537.jpe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5.jpeg"/><Relationship Id="rId13" Type="http://schemas.openxmlformats.org/officeDocument/2006/relationships/image" Target="../media/image550.jpeg"/><Relationship Id="rId18" Type="http://schemas.openxmlformats.org/officeDocument/2006/relationships/image" Target="../media/image555.jpeg"/><Relationship Id="rId3" Type="http://schemas.openxmlformats.org/officeDocument/2006/relationships/image" Target="../media/image2.png"/><Relationship Id="rId7" Type="http://schemas.openxmlformats.org/officeDocument/2006/relationships/image" Target="../media/image544.jpeg"/><Relationship Id="rId12" Type="http://schemas.openxmlformats.org/officeDocument/2006/relationships/image" Target="../media/image549.jpeg"/><Relationship Id="rId17" Type="http://schemas.openxmlformats.org/officeDocument/2006/relationships/image" Target="../media/image554.jpeg"/><Relationship Id="rId2" Type="http://schemas.openxmlformats.org/officeDocument/2006/relationships/notesSlide" Target="../notesSlides/notesSlide37.xml"/><Relationship Id="rId16" Type="http://schemas.openxmlformats.org/officeDocument/2006/relationships/image" Target="../media/image55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3.jpeg"/><Relationship Id="rId11" Type="http://schemas.openxmlformats.org/officeDocument/2006/relationships/image" Target="../media/image548.jpeg"/><Relationship Id="rId5" Type="http://schemas.openxmlformats.org/officeDocument/2006/relationships/image" Target="../media/image4.png"/><Relationship Id="rId15" Type="http://schemas.openxmlformats.org/officeDocument/2006/relationships/image" Target="../media/image552.jpeg"/><Relationship Id="rId10" Type="http://schemas.openxmlformats.org/officeDocument/2006/relationships/image" Target="../media/image547.jpeg"/><Relationship Id="rId19" Type="http://schemas.openxmlformats.org/officeDocument/2006/relationships/image" Target="../media/image556.jpeg"/><Relationship Id="rId4" Type="http://schemas.openxmlformats.org/officeDocument/2006/relationships/image" Target="../media/image3.png"/><Relationship Id="rId9" Type="http://schemas.openxmlformats.org/officeDocument/2006/relationships/image" Target="../media/image546.jpeg"/><Relationship Id="rId14" Type="http://schemas.openxmlformats.org/officeDocument/2006/relationships/image" Target="../media/image551.jpe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9.jpeg"/><Relationship Id="rId13" Type="http://schemas.openxmlformats.org/officeDocument/2006/relationships/image" Target="../media/image564.jpeg"/><Relationship Id="rId18" Type="http://schemas.openxmlformats.org/officeDocument/2006/relationships/image" Target="../media/image569.jpeg"/><Relationship Id="rId3" Type="http://schemas.openxmlformats.org/officeDocument/2006/relationships/image" Target="../media/image2.png"/><Relationship Id="rId7" Type="http://schemas.openxmlformats.org/officeDocument/2006/relationships/image" Target="../media/image558.jpeg"/><Relationship Id="rId12" Type="http://schemas.openxmlformats.org/officeDocument/2006/relationships/image" Target="../media/image563.jpeg"/><Relationship Id="rId17" Type="http://schemas.openxmlformats.org/officeDocument/2006/relationships/image" Target="../media/image568.jpeg"/><Relationship Id="rId2" Type="http://schemas.openxmlformats.org/officeDocument/2006/relationships/notesSlide" Target="../notesSlides/notesSlide38.xml"/><Relationship Id="rId16" Type="http://schemas.openxmlformats.org/officeDocument/2006/relationships/image" Target="../media/image567.jpeg"/><Relationship Id="rId20" Type="http://schemas.openxmlformats.org/officeDocument/2006/relationships/image" Target="../media/image57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7.jpeg"/><Relationship Id="rId11" Type="http://schemas.openxmlformats.org/officeDocument/2006/relationships/image" Target="../media/image562.jpeg"/><Relationship Id="rId5" Type="http://schemas.openxmlformats.org/officeDocument/2006/relationships/image" Target="../media/image4.png"/><Relationship Id="rId15" Type="http://schemas.openxmlformats.org/officeDocument/2006/relationships/image" Target="../media/image566.jpeg"/><Relationship Id="rId10" Type="http://schemas.openxmlformats.org/officeDocument/2006/relationships/image" Target="../media/image561.jpeg"/><Relationship Id="rId19" Type="http://schemas.openxmlformats.org/officeDocument/2006/relationships/image" Target="../media/image570.jpeg"/><Relationship Id="rId4" Type="http://schemas.openxmlformats.org/officeDocument/2006/relationships/image" Target="../media/image3.png"/><Relationship Id="rId9" Type="http://schemas.openxmlformats.org/officeDocument/2006/relationships/image" Target="../media/image560.jpeg"/><Relationship Id="rId14" Type="http://schemas.openxmlformats.org/officeDocument/2006/relationships/image" Target="../media/image56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47B75-286C-63B3-C6E0-99ADD2AD9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A62F3625-7670-4A76-967E-A7832B50E41E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37471225-78A6-4706-AD9F-C655C1B9FE65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F4C6E218-59CD-E5AE-BDBC-E19664EE27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8B74A4B1-B3FF-3B33-A5C5-671C0F01E615}"/>
              </a:ext>
            </a:extLst>
          </p:cNvPr>
          <p:cNvGrpSpPr/>
          <p:nvPr/>
        </p:nvGrpSpPr>
        <p:grpSpPr>
          <a:xfrm>
            <a:off x="0" y="6658993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5E9CA957-D91E-3953-1543-ECC70EC9F051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F65E975D-ECFB-BAEA-BF0F-F90D8C649359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9CC515DA-9DC8-E9AF-20B6-CC88AD1DEDD7}"/>
              </a:ext>
            </a:extLst>
          </p:cNvPr>
          <p:cNvSpPr txBox="1"/>
          <p:nvPr/>
        </p:nvSpPr>
        <p:spPr>
          <a:xfrm>
            <a:off x="9531024" y="6253460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CF4516BC-A392-D6E1-E94A-7BB64B8D698A}"/>
              </a:ext>
            </a:extLst>
          </p:cNvPr>
          <p:cNvSpPr/>
          <p:nvPr/>
        </p:nvSpPr>
        <p:spPr>
          <a:xfrm>
            <a:off x="7530169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D6AFA374-BDEA-07E4-ADBC-EA8FB0A0B3A3}"/>
              </a:ext>
            </a:extLst>
          </p:cNvPr>
          <p:cNvSpPr txBox="1"/>
          <p:nvPr/>
        </p:nvSpPr>
        <p:spPr>
          <a:xfrm>
            <a:off x="7342230" y="28241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E18398F0-5037-144C-CADD-CC2A5466A3FE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68C50C10-2D31-895D-F452-A059EB46913D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244CF5B4-C33C-F19A-8E9E-7C0F46C6624D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4F078C06-89D9-9FB3-46DA-4DE3DFDE7F98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22E8B984-6F68-2ECA-376E-5B0B2BEE2DBF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7" name="Google Shape;372;p23">
            <a:extLst>
              <a:ext uri="{FF2B5EF4-FFF2-40B4-BE49-F238E27FC236}">
                <a16:creationId xmlns:a16="http://schemas.microsoft.com/office/drawing/2014/main" id="{2984D447-EAB7-B34C-3DCA-F19CAC506282}"/>
              </a:ext>
            </a:extLst>
          </p:cNvPr>
          <p:cNvSpPr/>
          <p:nvPr/>
        </p:nvSpPr>
        <p:spPr>
          <a:xfrm>
            <a:off x="6086992" y="646423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62889F3E-D484-C62A-7E32-84D3858C839B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B64A8A80-3D08-906C-7690-77BB966A197A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C2FF999D-1216-6024-33E3-B04907889A3E}"/>
              </a:ext>
            </a:extLst>
          </p:cNvPr>
          <p:cNvSpPr/>
          <p:nvPr/>
        </p:nvSpPr>
        <p:spPr>
          <a:xfrm>
            <a:off x="3784099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372;p23">
            <a:extLst>
              <a:ext uri="{FF2B5EF4-FFF2-40B4-BE49-F238E27FC236}">
                <a16:creationId xmlns:a16="http://schemas.microsoft.com/office/drawing/2014/main" id="{9B149DB5-3801-63FD-EB03-3B39518BBA6C}"/>
              </a:ext>
            </a:extLst>
          </p:cNvPr>
          <p:cNvSpPr/>
          <p:nvPr/>
        </p:nvSpPr>
        <p:spPr>
          <a:xfrm>
            <a:off x="4199473" y="642998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9A1855A3-85F4-AB7C-3551-417BDA43EF04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E1A51023-5960-CDA1-8EE0-AD8686C6F424}"/>
              </a:ext>
            </a:extLst>
          </p:cNvPr>
          <p:cNvSpPr/>
          <p:nvPr/>
        </p:nvSpPr>
        <p:spPr>
          <a:xfrm>
            <a:off x="1915930" y="470604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372;p23">
            <a:extLst>
              <a:ext uri="{FF2B5EF4-FFF2-40B4-BE49-F238E27FC236}">
                <a16:creationId xmlns:a16="http://schemas.microsoft.com/office/drawing/2014/main" id="{CC0B1AF6-7985-3000-D996-877165D2111C}"/>
              </a:ext>
            </a:extLst>
          </p:cNvPr>
          <p:cNvSpPr/>
          <p:nvPr/>
        </p:nvSpPr>
        <p:spPr>
          <a:xfrm>
            <a:off x="2321871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3" name="Google Shape;372;p23">
            <a:extLst>
              <a:ext uri="{FF2B5EF4-FFF2-40B4-BE49-F238E27FC236}">
                <a16:creationId xmlns:a16="http://schemas.microsoft.com/office/drawing/2014/main" id="{F94AB877-651B-EAC0-CF30-20029892384C}"/>
              </a:ext>
            </a:extLst>
          </p:cNvPr>
          <p:cNvSpPr/>
          <p:nvPr/>
        </p:nvSpPr>
        <p:spPr>
          <a:xfrm>
            <a:off x="367417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DED72D19-7C57-662D-715F-4D39ABD6A4A0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451FA540-5529-E325-C090-5C12342DD233}"/>
              </a:ext>
            </a:extLst>
          </p:cNvPr>
          <p:cNvSpPr/>
          <p:nvPr/>
        </p:nvSpPr>
        <p:spPr>
          <a:xfrm>
            <a:off x="57266" y="470990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D19CA98E-F75E-CC3E-9751-A7F8E5129568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508146F8-CB84-D12F-C535-346AF6237CF8}"/>
              </a:ext>
            </a:extLst>
          </p:cNvPr>
          <p:cNvSpPr txBox="1"/>
          <p:nvPr/>
        </p:nvSpPr>
        <p:spPr>
          <a:xfrm>
            <a:off x="-58762" y="4674932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8A424AB4-6B60-68C9-1033-746C2AC54486}"/>
              </a:ext>
            </a:extLst>
          </p:cNvPr>
          <p:cNvSpPr txBox="1"/>
          <p:nvPr/>
        </p:nvSpPr>
        <p:spPr>
          <a:xfrm>
            <a:off x="1756984" y="466313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389249EE-5804-6146-6FA0-8B57C8F2BB6A}"/>
              </a:ext>
            </a:extLst>
          </p:cNvPr>
          <p:cNvSpPr txBox="1"/>
          <p:nvPr/>
        </p:nvSpPr>
        <p:spPr>
          <a:xfrm>
            <a:off x="3658699" y="46537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C9B97FC7-3D85-F243-250F-EF196ED3DAFA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4" name="Google Shape;76;p10">
            <a:extLst>
              <a:ext uri="{FF2B5EF4-FFF2-40B4-BE49-F238E27FC236}">
                <a16:creationId xmlns:a16="http://schemas.microsoft.com/office/drawing/2014/main" id="{C80029D6-2F6F-7C03-5AEF-5AC0C5F1C63C}"/>
              </a:ext>
            </a:extLst>
          </p:cNvPr>
          <p:cNvSpPr txBox="1"/>
          <p:nvPr/>
        </p:nvSpPr>
        <p:spPr>
          <a:xfrm>
            <a:off x="7366681" y="463167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6E9E623B-EF16-192B-A548-D2019C30D337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AEF2ECD8-F594-1C6B-CFF8-625C81A88BA8}"/>
              </a:ext>
            </a:extLst>
          </p:cNvPr>
          <p:cNvSpPr txBox="1"/>
          <p:nvPr/>
        </p:nvSpPr>
        <p:spPr>
          <a:xfrm>
            <a:off x="-135470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7" name="Google Shape;76;p10">
            <a:extLst>
              <a:ext uri="{FF2B5EF4-FFF2-40B4-BE49-F238E27FC236}">
                <a16:creationId xmlns:a16="http://schemas.microsoft.com/office/drawing/2014/main" id="{A4306AFA-8F35-983B-6934-383FE7645A40}"/>
              </a:ext>
            </a:extLst>
          </p:cNvPr>
          <p:cNvSpPr txBox="1"/>
          <p:nvPr/>
        </p:nvSpPr>
        <p:spPr>
          <a:xfrm>
            <a:off x="5967625" y="643019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8" name="Google Shape;76;p10">
            <a:extLst>
              <a:ext uri="{FF2B5EF4-FFF2-40B4-BE49-F238E27FC236}">
                <a16:creationId xmlns:a16="http://schemas.microsoft.com/office/drawing/2014/main" id="{DE2F73C4-B3DA-F7D0-32D1-50CDACE1DF11}"/>
              </a:ext>
            </a:extLst>
          </p:cNvPr>
          <p:cNvSpPr txBox="1"/>
          <p:nvPr/>
        </p:nvSpPr>
        <p:spPr>
          <a:xfrm>
            <a:off x="3993435" y="640898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9" name="Google Shape;76;p10">
            <a:extLst>
              <a:ext uri="{FF2B5EF4-FFF2-40B4-BE49-F238E27FC236}">
                <a16:creationId xmlns:a16="http://schemas.microsoft.com/office/drawing/2014/main" id="{7038E006-45FD-7D89-5125-92F619E50746}"/>
              </a:ext>
            </a:extLst>
          </p:cNvPr>
          <p:cNvSpPr txBox="1"/>
          <p:nvPr/>
        </p:nvSpPr>
        <p:spPr>
          <a:xfrm>
            <a:off x="2164894" y="641995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0" name="Google Shape;76;p10">
            <a:extLst>
              <a:ext uri="{FF2B5EF4-FFF2-40B4-BE49-F238E27FC236}">
                <a16:creationId xmlns:a16="http://schemas.microsoft.com/office/drawing/2014/main" id="{58415AAB-8B8F-F816-3713-A468F5ABAB68}"/>
              </a:ext>
            </a:extLst>
          </p:cNvPr>
          <p:cNvSpPr txBox="1"/>
          <p:nvPr/>
        </p:nvSpPr>
        <p:spPr>
          <a:xfrm>
            <a:off x="190704" y="6428881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24" name="صورة 23">
            <a:extLst>
              <a:ext uri="{FF2B5EF4-FFF2-40B4-BE49-F238E27FC236}">
                <a16:creationId xmlns:a16="http://schemas.microsoft.com/office/drawing/2014/main" id="{5DB78FED-5495-1C63-0F61-34EFA0975B0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77076" y="5095846"/>
            <a:ext cx="1667030" cy="1240572"/>
          </a:xfrm>
          <a:prstGeom prst="rect">
            <a:avLst/>
          </a:prstGeom>
        </p:spPr>
      </p:pic>
      <p:sp>
        <p:nvSpPr>
          <p:cNvPr id="10" name="Google Shape;79;p10">
            <a:extLst>
              <a:ext uri="{FF2B5EF4-FFF2-40B4-BE49-F238E27FC236}">
                <a16:creationId xmlns:a16="http://schemas.microsoft.com/office/drawing/2014/main" id="{2B545F4D-DB46-2050-4B2D-7A347621383B}"/>
              </a:ext>
            </a:extLst>
          </p:cNvPr>
          <p:cNvSpPr txBox="1"/>
          <p:nvPr/>
        </p:nvSpPr>
        <p:spPr>
          <a:xfrm>
            <a:off x="3417970" y="850502"/>
            <a:ext cx="4956395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 تحفيظ القرآن الكريم الابتدائية و المتوسطة </a:t>
            </a:r>
            <a:r>
              <a:rPr lang="ar-SA" sz="1100" b="1" err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ببطحان</a:t>
            </a: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EE487A04-24CA-6F93-59BA-6C1817F8CAB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13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E9A9CD7F-5886-7AE7-4442-5881587B592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sp>
        <p:nvSpPr>
          <p:cNvPr id="14" name="Google Shape;75;p10">
            <a:extLst>
              <a:ext uri="{FF2B5EF4-FFF2-40B4-BE49-F238E27FC236}">
                <a16:creationId xmlns:a16="http://schemas.microsoft.com/office/drawing/2014/main" id="{EE6FF8AF-C3EC-FD1F-F66E-F1A3F286C61A}"/>
              </a:ext>
            </a:extLst>
          </p:cNvPr>
          <p:cNvSpPr txBox="1"/>
          <p:nvPr/>
        </p:nvSpPr>
        <p:spPr>
          <a:xfrm>
            <a:off x="3146590" y="456265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5" name="Google Shape;132;p1">
            <a:extLst>
              <a:ext uri="{FF2B5EF4-FFF2-40B4-BE49-F238E27FC236}">
                <a16:creationId xmlns:a16="http://schemas.microsoft.com/office/drawing/2014/main" id="{CC250666-99D3-5EBB-F7C9-9837AF02DB50}"/>
              </a:ext>
            </a:extLst>
          </p:cNvPr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شكل حر: شكل 30">
            <a:extLst>
              <a:ext uri="{FF2B5EF4-FFF2-40B4-BE49-F238E27FC236}">
                <a16:creationId xmlns:a16="http://schemas.microsoft.com/office/drawing/2014/main" id="{128EF2FA-1167-4674-C704-8584B6F8147F}"/>
              </a:ext>
            </a:extLst>
          </p:cNvPr>
          <p:cNvSpPr/>
          <p:nvPr/>
        </p:nvSpPr>
        <p:spPr>
          <a:xfrm rot="2700000">
            <a:off x="9647579" y="691527"/>
            <a:ext cx="4752000" cy="4278591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blipFill dpi="0" rotWithShape="0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0" eaLnBrk="1" latinLnBrk="0" hangingPunct="1"/>
            <a:endParaRPr lang="ar-SA"/>
          </a:p>
        </p:txBody>
      </p:sp>
      <p:pic>
        <p:nvPicPr>
          <p:cNvPr id="12" name="صورة 23">
            <a:extLst>
              <a:ext uri="{FF2B5EF4-FFF2-40B4-BE49-F238E27FC236}">
                <a16:creationId xmlns:a16="http://schemas.microsoft.com/office/drawing/2014/main" id="{DCC5A8C7-A580-5BA3-BBE6-FF7536CAA082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14844" y="5108425"/>
            <a:ext cx="1641743" cy="1227993"/>
          </a:xfrm>
          <a:prstGeom prst="rect">
            <a:avLst/>
          </a:prstGeom>
        </p:spPr>
      </p:pic>
      <p:pic>
        <p:nvPicPr>
          <p:cNvPr id="7" name="صورة 23">
            <a:extLst>
              <a:ext uri="{FF2B5EF4-FFF2-40B4-BE49-F238E27FC236}">
                <a16:creationId xmlns:a16="http://schemas.microsoft.com/office/drawing/2014/main" id="{B69D41BD-D52A-0426-18E1-ABA3A98BC283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11955" y="5102417"/>
            <a:ext cx="1667030" cy="1227993"/>
          </a:xfrm>
          <a:prstGeom prst="rect">
            <a:avLst/>
          </a:prstGeom>
        </p:spPr>
      </p:pic>
      <p:pic>
        <p:nvPicPr>
          <p:cNvPr id="11" name="صورة 23">
            <a:extLst>
              <a:ext uri="{FF2B5EF4-FFF2-40B4-BE49-F238E27FC236}">
                <a16:creationId xmlns:a16="http://schemas.microsoft.com/office/drawing/2014/main" id="{634B62FE-A06D-9669-C05B-3248214DC0FE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7970" y="5095845"/>
            <a:ext cx="1753843" cy="1225205"/>
          </a:xfrm>
          <a:prstGeom prst="rect">
            <a:avLst/>
          </a:prstGeom>
        </p:spPr>
      </p:pic>
      <p:sp>
        <p:nvSpPr>
          <p:cNvPr id="5" name="Google Shape;75;p10">
            <a:extLst>
              <a:ext uri="{FF2B5EF4-FFF2-40B4-BE49-F238E27FC236}">
                <a16:creationId xmlns:a16="http://schemas.microsoft.com/office/drawing/2014/main" id="{0A0A2330-DC82-A73E-AA64-B7AFCF5972F5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" name="Google Shape;76;p10">
            <a:extLst>
              <a:ext uri="{FF2B5EF4-FFF2-40B4-BE49-F238E27FC236}">
                <a16:creationId xmlns:a16="http://schemas.microsoft.com/office/drawing/2014/main" id="{381BE87C-1ABA-1441-CE4D-1538930844F3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6" name="صورة 32">
            <a:extLst>
              <a:ext uri="{FF2B5EF4-FFF2-40B4-BE49-F238E27FC236}">
                <a16:creationId xmlns:a16="http://schemas.microsoft.com/office/drawing/2014/main" id="{7E7CE1DB-CC90-5CAD-D1F7-80D82A583493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51174" y="3253759"/>
            <a:ext cx="1644851" cy="1302632"/>
          </a:xfrm>
          <a:prstGeom prst="rect">
            <a:avLst/>
          </a:prstGeom>
        </p:spPr>
      </p:pic>
      <p:pic>
        <p:nvPicPr>
          <p:cNvPr id="17" name="صورة 33">
            <a:extLst>
              <a:ext uri="{FF2B5EF4-FFF2-40B4-BE49-F238E27FC236}">
                <a16:creationId xmlns:a16="http://schemas.microsoft.com/office/drawing/2014/main" id="{F4569ED0-BE5C-5723-C823-4D85BA9224F5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792597" y="1616118"/>
            <a:ext cx="1657114" cy="1130323"/>
          </a:xfrm>
          <a:prstGeom prst="rect">
            <a:avLst/>
          </a:prstGeom>
        </p:spPr>
      </p:pic>
      <p:pic>
        <p:nvPicPr>
          <p:cNvPr id="18" name="صورة 4">
            <a:extLst>
              <a:ext uri="{FF2B5EF4-FFF2-40B4-BE49-F238E27FC236}">
                <a16:creationId xmlns:a16="http://schemas.microsoft.com/office/drawing/2014/main" id="{CDAD0856-711E-3F73-2215-606BC0EB46AC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70197" y="1612266"/>
            <a:ext cx="1650545" cy="1158305"/>
          </a:xfrm>
          <a:prstGeom prst="rect">
            <a:avLst/>
          </a:prstGeom>
        </p:spPr>
      </p:pic>
      <p:pic>
        <p:nvPicPr>
          <p:cNvPr id="19" name="صورة 32">
            <a:extLst>
              <a:ext uri="{FF2B5EF4-FFF2-40B4-BE49-F238E27FC236}">
                <a16:creationId xmlns:a16="http://schemas.microsoft.com/office/drawing/2014/main" id="{6F9B5C95-A79F-1920-D32E-05A9306D0B13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91628" y="3275882"/>
            <a:ext cx="1672033" cy="1284619"/>
          </a:xfrm>
          <a:prstGeom prst="rect">
            <a:avLst/>
          </a:prstGeom>
        </p:spPr>
      </p:pic>
      <p:pic>
        <p:nvPicPr>
          <p:cNvPr id="22" name="صورة 4">
            <a:extLst>
              <a:ext uri="{FF2B5EF4-FFF2-40B4-BE49-F238E27FC236}">
                <a16:creationId xmlns:a16="http://schemas.microsoft.com/office/drawing/2014/main" id="{61E9DCB6-3751-76BD-7860-15FB9F38449A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21441" y="3275882"/>
            <a:ext cx="1629664" cy="1279422"/>
          </a:xfrm>
          <a:prstGeom prst="rect">
            <a:avLst/>
          </a:prstGeom>
        </p:spPr>
      </p:pic>
      <p:pic>
        <p:nvPicPr>
          <p:cNvPr id="23" name="صورة 33">
            <a:extLst>
              <a:ext uri="{FF2B5EF4-FFF2-40B4-BE49-F238E27FC236}">
                <a16:creationId xmlns:a16="http://schemas.microsoft.com/office/drawing/2014/main" id="{D32FD976-69B8-6CB8-591C-C49C4CBD94B6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72495" y="1627829"/>
            <a:ext cx="1691894" cy="1138475"/>
          </a:xfrm>
          <a:prstGeom prst="rect">
            <a:avLst/>
          </a:prstGeom>
        </p:spPr>
      </p:pic>
      <p:pic>
        <p:nvPicPr>
          <p:cNvPr id="32" name="صورة 4">
            <a:extLst>
              <a:ext uri="{FF2B5EF4-FFF2-40B4-BE49-F238E27FC236}">
                <a16:creationId xmlns:a16="http://schemas.microsoft.com/office/drawing/2014/main" id="{A2297752-51D4-FE42-D165-01BFF50F6B70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142"/>
          <a:stretch>
            <a:fillRect/>
          </a:stretch>
        </p:blipFill>
        <p:spPr>
          <a:xfrm>
            <a:off x="3806322" y="3253758"/>
            <a:ext cx="1629664" cy="1291911"/>
          </a:xfrm>
          <a:prstGeom prst="rect">
            <a:avLst/>
          </a:prstGeom>
        </p:spPr>
      </p:pic>
      <p:pic>
        <p:nvPicPr>
          <p:cNvPr id="33" name="صورة 4">
            <a:extLst>
              <a:ext uri="{FF2B5EF4-FFF2-40B4-BE49-F238E27FC236}">
                <a16:creationId xmlns:a16="http://schemas.microsoft.com/office/drawing/2014/main" id="{0472FC95-7372-6AA2-A227-C94888CFFC3C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5005" y="3279113"/>
            <a:ext cx="1579375" cy="1282500"/>
          </a:xfrm>
          <a:prstGeom prst="rect">
            <a:avLst/>
          </a:prstGeom>
        </p:spPr>
      </p:pic>
      <p:pic>
        <p:nvPicPr>
          <p:cNvPr id="35" name="صورة 4">
            <a:extLst>
              <a:ext uri="{FF2B5EF4-FFF2-40B4-BE49-F238E27FC236}">
                <a16:creationId xmlns:a16="http://schemas.microsoft.com/office/drawing/2014/main" id="{1B85DD0E-A118-73F4-3330-2D520E41E082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90028" y="1612265"/>
            <a:ext cx="1673633" cy="1174523"/>
          </a:xfrm>
          <a:prstGeom prst="rect">
            <a:avLst/>
          </a:prstGeom>
        </p:spPr>
      </p:pic>
      <p:pic>
        <p:nvPicPr>
          <p:cNvPr id="38" name="صورة 32">
            <a:extLst>
              <a:ext uri="{FF2B5EF4-FFF2-40B4-BE49-F238E27FC236}">
                <a16:creationId xmlns:a16="http://schemas.microsoft.com/office/drawing/2014/main" id="{355C77BF-C808-F351-651C-4EF6F5ABFBD9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236" y="1627829"/>
            <a:ext cx="1617859" cy="113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391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B2FA8-DB7F-E49C-2C69-D1D9B33D3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372;p23">
            <a:extLst>
              <a:ext uri="{FF2B5EF4-FFF2-40B4-BE49-F238E27FC236}">
                <a16:creationId xmlns:a16="http://schemas.microsoft.com/office/drawing/2014/main" id="{D54DF548-603C-5289-B130-AD4132CD6E3A}"/>
              </a:ext>
            </a:extLst>
          </p:cNvPr>
          <p:cNvSpPr/>
          <p:nvPr/>
        </p:nvSpPr>
        <p:spPr>
          <a:xfrm>
            <a:off x="367418" y="6440575"/>
            <a:ext cx="1695385" cy="184611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1" name="Google Shape;372;p23">
            <a:extLst>
              <a:ext uri="{FF2B5EF4-FFF2-40B4-BE49-F238E27FC236}">
                <a16:creationId xmlns:a16="http://schemas.microsoft.com/office/drawing/2014/main" id="{9985838A-660D-348B-102A-130FF2166E61}"/>
              </a:ext>
            </a:extLst>
          </p:cNvPr>
          <p:cNvSpPr/>
          <p:nvPr/>
        </p:nvSpPr>
        <p:spPr>
          <a:xfrm>
            <a:off x="2347053" y="644291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0" name="Google Shape;372;p23">
            <a:extLst>
              <a:ext uri="{FF2B5EF4-FFF2-40B4-BE49-F238E27FC236}">
                <a16:creationId xmlns:a16="http://schemas.microsoft.com/office/drawing/2014/main" id="{0E7FB351-17EB-E208-767B-7BA00C0C66CA}"/>
              </a:ext>
            </a:extLst>
          </p:cNvPr>
          <p:cNvSpPr/>
          <p:nvPr/>
        </p:nvSpPr>
        <p:spPr>
          <a:xfrm>
            <a:off x="4196402" y="6444847"/>
            <a:ext cx="1660185" cy="180339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7" name="Google Shape;372;p23">
            <a:extLst>
              <a:ext uri="{FF2B5EF4-FFF2-40B4-BE49-F238E27FC236}">
                <a16:creationId xmlns:a16="http://schemas.microsoft.com/office/drawing/2014/main" id="{C4CFA01A-F09A-A1A1-CDEC-080B19C455D0}"/>
              </a:ext>
            </a:extLst>
          </p:cNvPr>
          <p:cNvSpPr/>
          <p:nvPr/>
        </p:nvSpPr>
        <p:spPr>
          <a:xfrm>
            <a:off x="6084369" y="644291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633F8B16-AEF0-78CE-9339-4EF2835E55D2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167F49FB-6776-AF08-9395-EC903749A7BE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790DEF12-6B78-280D-C777-B3E58B567C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E291A78F-446D-66AC-1CE1-BE48129D3226}"/>
              </a:ext>
            </a:extLst>
          </p:cNvPr>
          <p:cNvGrpSpPr/>
          <p:nvPr/>
        </p:nvGrpSpPr>
        <p:grpSpPr>
          <a:xfrm>
            <a:off x="0" y="6658993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7F1D7850-16E8-2E33-89F2-1C5F47AF4FE2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1882E7CB-575A-D595-E067-BE93C7542CDB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A4669610-3848-C336-DFDD-3E2F5D80FF5A}"/>
              </a:ext>
            </a:extLst>
          </p:cNvPr>
          <p:cNvSpPr txBox="1"/>
          <p:nvPr/>
        </p:nvSpPr>
        <p:spPr>
          <a:xfrm>
            <a:off x="9531024" y="6253460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14591613-60D2-3A43-D67B-6FF618ADA66A}"/>
              </a:ext>
            </a:extLst>
          </p:cNvPr>
          <p:cNvSpPr/>
          <p:nvPr/>
        </p:nvSpPr>
        <p:spPr>
          <a:xfrm>
            <a:off x="7530169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9AEF8DA9-D162-FC7B-A190-334F9B0D67CB}"/>
              </a:ext>
            </a:extLst>
          </p:cNvPr>
          <p:cNvSpPr txBox="1"/>
          <p:nvPr/>
        </p:nvSpPr>
        <p:spPr>
          <a:xfrm>
            <a:off x="7342230" y="28241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6615DBBC-3994-78E3-6A88-6A94F4F6678D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5D038075-A937-1BDB-8492-319DBABD93AF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FE1CF41B-95E1-73E5-F04B-817FE978E565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85080F29-5C53-6E53-BCE0-897A93702D56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E55F9E1E-9F00-1AE8-01E0-61BA19F40357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F24C35B6-2AFE-98C4-508B-C41BA7A8F27A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9C8A747D-CE75-7F86-19D5-1DA07112BE49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76BD7ED6-760D-5489-C630-D4FB08EAB325}"/>
              </a:ext>
            </a:extLst>
          </p:cNvPr>
          <p:cNvSpPr/>
          <p:nvPr/>
        </p:nvSpPr>
        <p:spPr>
          <a:xfrm>
            <a:off x="3784099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4D9FD415-0DC1-2CB2-E31E-CA9E8FFD7094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88F58AFB-1850-D56D-7DB0-112A1BC34867}"/>
              </a:ext>
            </a:extLst>
          </p:cNvPr>
          <p:cNvSpPr/>
          <p:nvPr/>
        </p:nvSpPr>
        <p:spPr>
          <a:xfrm>
            <a:off x="1915930" y="470604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5AE870CE-F1F7-C34D-0A8A-B6FFD32B9262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4BE90957-0E09-2977-34AA-D34B18C7EF05}"/>
              </a:ext>
            </a:extLst>
          </p:cNvPr>
          <p:cNvSpPr/>
          <p:nvPr/>
        </p:nvSpPr>
        <p:spPr>
          <a:xfrm>
            <a:off x="57266" y="470990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74370BF2-865E-07CD-C70A-2D8D5C322770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7930144E-5DF0-CE83-BE72-8E9093D2BFD2}"/>
              </a:ext>
            </a:extLst>
          </p:cNvPr>
          <p:cNvSpPr txBox="1"/>
          <p:nvPr/>
        </p:nvSpPr>
        <p:spPr>
          <a:xfrm>
            <a:off x="-58762" y="4674932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26203505-5FAC-A5B4-11D2-A21CD5AEA53E}"/>
              </a:ext>
            </a:extLst>
          </p:cNvPr>
          <p:cNvSpPr txBox="1"/>
          <p:nvPr/>
        </p:nvSpPr>
        <p:spPr>
          <a:xfrm>
            <a:off x="1756984" y="466313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E5DFA7ED-11DC-1D52-2878-C6C44D3DB6B6}"/>
              </a:ext>
            </a:extLst>
          </p:cNvPr>
          <p:cNvSpPr txBox="1"/>
          <p:nvPr/>
        </p:nvSpPr>
        <p:spPr>
          <a:xfrm>
            <a:off x="3658699" y="46537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D37E906A-850D-D467-BC62-B1D97211DCB8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4" name="Google Shape;76;p10">
            <a:extLst>
              <a:ext uri="{FF2B5EF4-FFF2-40B4-BE49-F238E27FC236}">
                <a16:creationId xmlns:a16="http://schemas.microsoft.com/office/drawing/2014/main" id="{72B00FB0-E6C8-D224-C91D-9EE6223D2D62}"/>
              </a:ext>
            </a:extLst>
          </p:cNvPr>
          <p:cNvSpPr txBox="1"/>
          <p:nvPr/>
        </p:nvSpPr>
        <p:spPr>
          <a:xfrm>
            <a:off x="7366681" y="463167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FC7A9EAD-9FC6-DD49-4412-7905C3E80941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0DF0125E-D732-FE77-BBC8-48E07D1A74EB}"/>
              </a:ext>
            </a:extLst>
          </p:cNvPr>
          <p:cNvSpPr txBox="1"/>
          <p:nvPr/>
        </p:nvSpPr>
        <p:spPr>
          <a:xfrm>
            <a:off x="-135470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" name="Google Shape;79;p10">
            <a:extLst>
              <a:ext uri="{FF2B5EF4-FFF2-40B4-BE49-F238E27FC236}">
                <a16:creationId xmlns:a16="http://schemas.microsoft.com/office/drawing/2014/main" id="{0F6B813F-A124-E1A5-F292-6CCF3E90B63C}"/>
              </a:ext>
            </a:extLst>
          </p:cNvPr>
          <p:cNvSpPr txBox="1"/>
          <p:nvPr/>
        </p:nvSpPr>
        <p:spPr>
          <a:xfrm>
            <a:off x="3417970" y="850502"/>
            <a:ext cx="4956395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 ابتدائية ومتوسطة الأمير سلطان بن عبدالعزيز بنين)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B6C72FA3-F318-FB20-4713-3DDD9E756B2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13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BA2D9484-EDB0-82B0-4BB9-025D93F81C7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sp>
        <p:nvSpPr>
          <p:cNvPr id="14" name="Google Shape;75;p10">
            <a:extLst>
              <a:ext uri="{FF2B5EF4-FFF2-40B4-BE49-F238E27FC236}">
                <a16:creationId xmlns:a16="http://schemas.microsoft.com/office/drawing/2014/main" id="{EB81E686-EC07-45E0-95A8-5450822AC226}"/>
              </a:ext>
            </a:extLst>
          </p:cNvPr>
          <p:cNvSpPr txBox="1"/>
          <p:nvPr/>
        </p:nvSpPr>
        <p:spPr>
          <a:xfrm>
            <a:off x="3146590" y="456265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5" name="Google Shape;132;p1">
            <a:extLst>
              <a:ext uri="{FF2B5EF4-FFF2-40B4-BE49-F238E27FC236}">
                <a16:creationId xmlns:a16="http://schemas.microsoft.com/office/drawing/2014/main" id="{05E912EC-5AF2-59B9-1C24-4BDA00F3645B}"/>
              </a:ext>
            </a:extLst>
          </p:cNvPr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شكل حر: شكل 30">
            <a:extLst>
              <a:ext uri="{FF2B5EF4-FFF2-40B4-BE49-F238E27FC236}">
                <a16:creationId xmlns:a16="http://schemas.microsoft.com/office/drawing/2014/main" id="{04A58601-8EF3-BCE1-6D2B-DA3FAF7107AC}"/>
              </a:ext>
            </a:extLst>
          </p:cNvPr>
          <p:cNvSpPr/>
          <p:nvPr/>
        </p:nvSpPr>
        <p:spPr>
          <a:xfrm rot="2700000">
            <a:off x="9647363" y="692049"/>
            <a:ext cx="4753477" cy="4278591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blipFill dpi="0" rotWithShape="0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1" eaLnBrk="1" latinLnBrk="0" hangingPunct="1"/>
            <a:endParaRPr lang="ar-SA"/>
          </a:p>
        </p:txBody>
      </p:sp>
      <p:sp>
        <p:nvSpPr>
          <p:cNvPr id="5" name="Google Shape;75;p10">
            <a:extLst>
              <a:ext uri="{FF2B5EF4-FFF2-40B4-BE49-F238E27FC236}">
                <a16:creationId xmlns:a16="http://schemas.microsoft.com/office/drawing/2014/main" id="{D7060858-AC08-374A-658C-604C0EC78D7E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" name="Google Shape;76;p10">
            <a:extLst>
              <a:ext uri="{FF2B5EF4-FFF2-40B4-BE49-F238E27FC236}">
                <a16:creationId xmlns:a16="http://schemas.microsoft.com/office/drawing/2014/main" id="{B09E782B-AD1F-998E-4CB7-FD35B8DB84D6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3" name="صورة 32">
            <a:extLst>
              <a:ext uri="{FF2B5EF4-FFF2-40B4-BE49-F238E27FC236}">
                <a16:creationId xmlns:a16="http://schemas.microsoft.com/office/drawing/2014/main" id="{81E99771-E69B-2D5D-CE09-16148F708816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764"/>
          <a:stretch>
            <a:fillRect/>
          </a:stretch>
        </p:blipFill>
        <p:spPr>
          <a:xfrm>
            <a:off x="167398" y="1587713"/>
            <a:ext cx="1555788" cy="1191769"/>
          </a:xfrm>
          <a:prstGeom prst="rect">
            <a:avLst/>
          </a:prstGeom>
        </p:spPr>
      </p:pic>
      <p:pic>
        <p:nvPicPr>
          <p:cNvPr id="7" name="صورة 32">
            <a:extLst>
              <a:ext uri="{FF2B5EF4-FFF2-40B4-BE49-F238E27FC236}">
                <a16:creationId xmlns:a16="http://schemas.microsoft.com/office/drawing/2014/main" id="{2DB6845F-F22C-3A3B-F881-C27633393832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98557" y="3300753"/>
            <a:ext cx="1643674" cy="1242123"/>
          </a:xfrm>
          <a:prstGeom prst="rect">
            <a:avLst/>
          </a:prstGeom>
        </p:spPr>
      </p:pic>
      <p:pic>
        <p:nvPicPr>
          <p:cNvPr id="11" name="صورة 4">
            <a:extLst>
              <a:ext uri="{FF2B5EF4-FFF2-40B4-BE49-F238E27FC236}">
                <a16:creationId xmlns:a16="http://schemas.microsoft.com/office/drawing/2014/main" id="{72415F52-4385-B203-2AE6-FB8E10D0925D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92842" y="1587714"/>
            <a:ext cx="1558444" cy="1191770"/>
          </a:xfrm>
          <a:prstGeom prst="rect">
            <a:avLst/>
          </a:prstGeom>
        </p:spPr>
      </p:pic>
      <p:pic>
        <p:nvPicPr>
          <p:cNvPr id="12" name="صورة 4">
            <a:extLst>
              <a:ext uri="{FF2B5EF4-FFF2-40B4-BE49-F238E27FC236}">
                <a16:creationId xmlns:a16="http://schemas.microsoft.com/office/drawing/2014/main" id="{22C0A9DE-9509-4533-21C9-C49853009BE9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784099" y="3302625"/>
            <a:ext cx="1657114" cy="1247740"/>
          </a:xfrm>
          <a:prstGeom prst="rect">
            <a:avLst/>
          </a:prstGeom>
        </p:spPr>
      </p:pic>
      <p:pic>
        <p:nvPicPr>
          <p:cNvPr id="16" name="صورة 32">
            <a:extLst>
              <a:ext uri="{FF2B5EF4-FFF2-40B4-BE49-F238E27FC236}">
                <a16:creationId xmlns:a16="http://schemas.microsoft.com/office/drawing/2014/main" id="{D748FECF-DAAD-4304-AE53-80E4125C04A1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92842" y="3314547"/>
            <a:ext cx="1644696" cy="1203256"/>
          </a:xfrm>
          <a:prstGeom prst="rect">
            <a:avLst/>
          </a:prstGeom>
        </p:spPr>
      </p:pic>
      <p:pic>
        <p:nvPicPr>
          <p:cNvPr id="18" name="صورة 33">
            <a:extLst>
              <a:ext uri="{FF2B5EF4-FFF2-40B4-BE49-F238E27FC236}">
                <a16:creationId xmlns:a16="http://schemas.microsoft.com/office/drawing/2014/main" id="{C5BBD156-068B-4E40-3D81-B9CB47372E99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63628" y="1587714"/>
            <a:ext cx="1657114" cy="1191770"/>
          </a:xfrm>
          <a:prstGeom prst="rect">
            <a:avLst/>
          </a:prstGeom>
        </p:spPr>
      </p:pic>
      <p:pic>
        <p:nvPicPr>
          <p:cNvPr id="19" name="صورة 4">
            <a:extLst>
              <a:ext uri="{FF2B5EF4-FFF2-40B4-BE49-F238E27FC236}">
                <a16:creationId xmlns:a16="http://schemas.microsoft.com/office/drawing/2014/main" id="{E3B19EE3-D766-5A6E-0BC8-A23CF973A0CE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03484" y="1587714"/>
            <a:ext cx="1588044" cy="1196905"/>
          </a:xfrm>
          <a:prstGeom prst="rect">
            <a:avLst/>
          </a:prstGeom>
        </p:spPr>
      </p:pic>
      <p:pic>
        <p:nvPicPr>
          <p:cNvPr id="20" name="صورة 4">
            <a:extLst>
              <a:ext uri="{FF2B5EF4-FFF2-40B4-BE49-F238E27FC236}">
                <a16:creationId xmlns:a16="http://schemas.microsoft.com/office/drawing/2014/main" id="{02638C64-0FEC-BC4D-3AE4-69326AEE8DBD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901"/>
          <a:stretch>
            <a:fillRect/>
          </a:stretch>
        </p:blipFill>
        <p:spPr>
          <a:xfrm>
            <a:off x="1898342" y="1587714"/>
            <a:ext cx="1729986" cy="1191770"/>
          </a:xfrm>
          <a:prstGeom prst="rect">
            <a:avLst/>
          </a:prstGeom>
        </p:spPr>
      </p:pic>
      <p:pic>
        <p:nvPicPr>
          <p:cNvPr id="21" name="صورة 4">
            <a:extLst>
              <a:ext uri="{FF2B5EF4-FFF2-40B4-BE49-F238E27FC236}">
                <a16:creationId xmlns:a16="http://schemas.microsoft.com/office/drawing/2014/main" id="{1F0F0A6F-653B-B31F-9C5F-87BD3C62B06A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081" r="-3111"/>
          <a:stretch>
            <a:fillRect/>
          </a:stretch>
        </p:blipFill>
        <p:spPr>
          <a:xfrm>
            <a:off x="75874" y="3241548"/>
            <a:ext cx="1666607" cy="1274939"/>
          </a:xfrm>
          <a:prstGeom prst="rect">
            <a:avLst/>
          </a:prstGeom>
        </p:spPr>
      </p:pic>
      <p:pic>
        <p:nvPicPr>
          <p:cNvPr id="22" name="صورة 4">
            <a:extLst>
              <a:ext uri="{FF2B5EF4-FFF2-40B4-BE49-F238E27FC236}">
                <a16:creationId xmlns:a16="http://schemas.microsoft.com/office/drawing/2014/main" id="{D79C6B20-2124-6734-6251-5B870F5E25F3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12069" y="3326182"/>
            <a:ext cx="1657263" cy="1216694"/>
          </a:xfrm>
          <a:prstGeom prst="rect">
            <a:avLst/>
          </a:prstGeom>
        </p:spPr>
      </p:pic>
      <p:sp>
        <p:nvSpPr>
          <p:cNvPr id="23" name="Google Shape;76;p10">
            <a:extLst>
              <a:ext uri="{FF2B5EF4-FFF2-40B4-BE49-F238E27FC236}">
                <a16:creationId xmlns:a16="http://schemas.microsoft.com/office/drawing/2014/main" id="{DBCFAB85-414D-AAE9-F5E6-346F18E95023}"/>
              </a:ext>
            </a:extLst>
          </p:cNvPr>
          <p:cNvSpPr txBox="1"/>
          <p:nvPr/>
        </p:nvSpPr>
        <p:spPr>
          <a:xfrm>
            <a:off x="5970398" y="641440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6" name="Google Shape;76;p10">
            <a:extLst>
              <a:ext uri="{FF2B5EF4-FFF2-40B4-BE49-F238E27FC236}">
                <a16:creationId xmlns:a16="http://schemas.microsoft.com/office/drawing/2014/main" id="{2A99791C-0E1B-D53C-C1F8-9604A5D1FFEC}"/>
              </a:ext>
            </a:extLst>
          </p:cNvPr>
          <p:cNvSpPr txBox="1"/>
          <p:nvPr/>
        </p:nvSpPr>
        <p:spPr>
          <a:xfrm>
            <a:off x="4040624" y="641995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9" name="Google Shape;76;p10">
            <a:extLst>
              <a:ext uri="{FF2B5EF4-FFF2-40B4-BE49-F238E27FC236}">
                <a16:creationId xmlns:a16="http://schemas.microsoft.com/office/drawing/2014/main" id="{0353ECC1-0DD5-FA65-89E7-14D1C27921E5}"/>
              </a:ext>
            </a:extLst>
          </p:cNvPr>
          <p:cNvSpPr txBox="1"/>
          <p:nvPr/>
        </p:nvSpPr>
        <p:spPr>
          <a:xfrm>
            <a:off x="2161535" y="6394042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0" name="Google Shape;76;p10">
            <a:extLst>
              <a:ext uri="{FF2B5EF4-FFF2-40B4-BE49-F238E27FC236}">
                <a16:creationId xmlns:a16="http://schemas.microsoft.com/office/drawing/2014/main" id="{57D86175-E533-1FE9-800D-7AA9732FD526}"/>
              </a:ext>
            </a:extLst>
          </p:cNvPr>
          <p:cNvSpPr txBox="1"/>
          <p:nvPr/>
        </p:nvSpPr>
        <p:spPr>
          <a:xfrm>
            <a:off x="399604" y="6419956"/>
            <a:ext cx="1613538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31" name="صورة 23">
            <a:extLst>
              <a:ext uri="{FF2B5EF4-FFF2-40B4-BE49-F238E27FC236}">
                <a16:creationId xmlns:a16="http://schemas.microsoft.com/office/drawing/2014/main" id="{61CCA6B3-9EA2-6FB3-66A9-62B77FF8A7F7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283"/>
          <a:stretch>
            <a:fillRect/>
          </a:stretch>
        </p:blipFill>
        <p:spPr>
          <a:xfrm>
            <a:off x="2347633" y="5097073"/>
            <a:ext cx="1648106" cy="1238027"/>
          </a:xfrm>
          <a:prstGeom prst="rect">
            <a:avLst/>
          </a:prstGeom>
        </p:spPr>
      </p:pic>
      <p:pic>
        <p:nvPicPr>
          <p:cNvPr id="32" name="صورة 25">
            <a:extLst>
              <a:ext uri="{FF2B5EF4-FFF2-40B4-BE49-F238E27FC236}">
                <a16:creationId xmlns:a16="http://schemas.microsoft.com/office/drawing/2014/main" id="{547E24A4-D576-4877-53E0-4A45EADC266B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86993" y="5108032"/>
            <a:ext cx="1657112" cy="1237330"/>
          </a:xfrm>
          <a:prstGeom prst="rect">
            <a:avLst/>
          </a:prstGeom>
        </p:spPr>
      </p:pic>
      <p:pic>
        <p:nvPicPr>
          <p:cNvPr id="33" name="صورة 29">
            <a:extLst>
              <a:ext uri="{FF2B5EF4-FFF2-40B4-BE49-F238E27FC236}">
                <a16:creationId xmlns:a16="http://schemas.microsoft.com/office/drawing/2014/main" id="{926FFEC4-37C3-0129-E246-289548565DAE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7418" y="5097074"/>
            <a:ext cx="1648106" cy="1238026"/>
          </a:xfrm>
          <a:prstGeom prst="rect">
            <a:avLst/>
          </a:prstGeom>
        </p:spPr>
      </p:pic>
      <p:pic>
        <p:nvPicPr>
          <p:cNvPr id="34" name="صورة 23">
            <a:extLst>
              <a:ext uri="{FF2B5EF4-FFF2-40B4-BE49-F238E27FC236}">
                <a16:creationId xmlns:a16="http://schemas.microsoft.com/office/drawing/2014/main" id="{2547E960-2BAE-FEE1-2A91-EEBE5B830333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99473" y="5102527"/>
            <a:ext cx="1657114" cy="124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178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838E4-B03F-8E4E-44F0-5B342A4A2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5A7AC6D7-89B7-BC24-CD6A-7675B6796AD0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ACE4A3E4-A02B-6B6B-ED9B-13ED83939EFF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F305F5C5-0F7D-2E88-15FA-E336ADAF867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278B30D1-9356-D65B-785E-28AEDDD43F49}"/>
              </a:ext>
            </a:extLst>
          </p:cNvPr>
          <p:cNvGrpSpPr/>
          <p:nvPr/>
        </p:nvGrpSpPr>
        <p:grpSpPr>
          <a:xfrm>
            <a:off x="0" y="6658993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7AB737C0-2FF3-2C50-43AF-539650F81712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EBC25979-96FF-E77C-089C-B81449F93798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2E43AAB6-8A10-2908-875E-454A90229F84}"/>
              </a:ext>
            </a:extLst>
          </p:cNvPr>
          <p:cNvSpPr txBox="1"/>
          <p:nvPr/>
        </p:nvSpPr>
        <p:spPr>
          <a:xfrm>
            <a:off x="9531024" y="6253460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BFF90809-D2E7-ABB5-0B0E-CBBBEF69838F}"/>
              </a:ext>
            </a:extLst>
          </p:cNvPr>
          <p:cNvSpPr/>
          <p:nvPr/>
        </p:nvSpPr>
        <p:spPr>
          <a:xfrm>
            <a:off x="7530169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64BE4784-9A78-1B7C-1D20-B9EB78A356C4}"/>
              </a:ext>
            </a:extLst>
          </p:cNvPr>
          <p:cNvSpPr txBox="1"/>
          <p:nvPr/>
        </p:nvSpPr>
        <p:spPr>
          <a:xfrm>
            <a:off x="7342230" y="28241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1160A142-1349-C49A-905D-86D8DDDDF3A4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8298C8FF-D37E-CB94-5067-49FD332B3C99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47229552-B28C-78AE-C4C6-66C9354FE59E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28DF24F9-0380-7504-ED31-7399C8FCA2B9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04BA4F54-0890-1E15-C713-A2FCBBD5DD28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7" name="Google Shape;372;p23">
            <a:extLst>
              <a:ext uri="{FF2B5EF4-FFF2-40B4-BE49-F238E27FC236}">
                <a16:creationId xmlns:a16="http://schemas.microsoft.com/office/drawing/2014/main" id="{53CF30D1-01D9-6FCE-74C6-15CB99B812FE}"/>
              </a:ext>
            </a:extLst>
          </p:cNvPr>
          <p:cNvSpPr/>
          <p:nvPr/>
        </p:nvSpPr>
        <p:spPr>
          <a:xfrm>
            <a:off x="6086992" y="646423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A3E39D21-88EF-8C3C-E43B-BAA09402C6BB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0DB4229E-C9AD-9BFA-AB97-1ED599E5CB39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723D4D75-356F-0628-BB10-B962074AF9F2}"/>
              </a:ext>
            </a:extLst>
          </p:cNvPr>
          <p:cNvSpPr/>
          <p:nvPr/>
        </p:nvSpPr>
        <p:spPr>
          <a:xfrm>
            <a:off x="3784099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372;p23">
            <a:extLst>
              <a:ext uri="{FF2B5EF4-FFF2-40B4-BE49-F238E27FC236}">
                <a16:creationId xmlns:a16="http://schemas.microsoft.com/office/drawing/2014/main" id="{28F42FAD-7BA8-38BC-B6BF-A48D5EE5D1E4}"/>
              </a:ext>
            </a:extLst>
          </p:cNvPr>
          <p:cNvSpPr/>
          <p:nvPr/>
        </p:nvSpPr>
        <p:spPr>
          <a:xfrm>
            <a:off x="4199473" y="642998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8A920818-8E1F-F95D-91B4-7E2725005713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D7C8F30E-AA84-C68F-972D-D139CB8ADEA7}"/>
              </a:ext>
            </a:extLst>
          </p:cNvPr>
          <p:cNvSpPr/>
          <p:nvPr/>
        </p:nvSpPr>
        <p:spPr>
          <a:xfrm>
            <a:off x="1915930" y="470604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372;p23">
            <a:extLst>
              <a:ext uri="{FF2B5EF4-FFF2-40B4-BE49-F238E27FC236}">
                <a16:creationId xmlns:a16="http://schemas.microsoft.com/office/drawing/2014/main" id="{23390877-95BB-6CA9-FDD7-2E706E076A82}"/>
              </a:ext>
            </a:extLst>
          </p:cNvPr>
          <p:cNvSpPr/>
          <p:nvPr/>
        </p:nvSpPr>
        <p:spPr>
          <a:xfrm>
            <a:off x="2321871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3" name="Google Shape;372;p23">
            <a:extLst>
              <a:ext uri="{FF2B5EF4-FFF2-40B4-BE49-F238E27FC236}">
                <a16:creationId xmlns:a16="http://schemas.microsoft.com/office/drawing/2014/main" id="{3AE55145-D99B-ED65-6F53-626C70F5B69E}"/>
              </a:ext>
            </a:extLst>
          </p:cNvPr>
          <p:cNvSpPr/>
          <p:nvPr/>
        </p:nvSpPr>
        <p:spPr>
          <a:xfrm>
            <a:off x="367417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D07D5C63-3335-3972-D2A0-2CCCE309F85A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D0FC6E97-405A-246B-FECE-8B088347B0C0}"/>
              </a:ext>
            </a:extLst>
          </p:cNvPr>
          <p:cNvSpPr/>
          <p:nvPr/>
        </p:nvSpPr>
        <p:spPr>
          <a:xfrm>
            <a:off x="57266" y="470990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B95AD459-8FB9-6863-9CA4-251B608738C3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010FC1A0-F751-65F1-EA4A-7744F7A95E27}"/>
              </a:ext>
            </a:extLst>
          </p:cNvPr>
          <p:cNvSpPr txBox="1"/>
          <p:nvPr/>
        </p:nvSpPr>
        <p:spPr>
          <a:xfrm>
            <a:off x="-58762" y="4674932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C374ADD3-AFBB-A68A-38F5-80E7D48F6801}"/>
              </a:ext>
            </a:extLst>
          </p:cNvPr>
          <p:cNvSpPr txBox="1"/>
          <p:nvPr/>
        </p:nvSpPr>
        <p:spPr>
          <a:xfrm>
            <a:off x="1756984" y="466313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46607B88-6FAC-C8D9-E703-1CAFABC33278}"/>
              </a:ext>
            </a:extLst>
          </p:cNvPr>
          <p:cNvSpPr txBox="1"/>
          <p:nvPr/>
        </p:nvSpPr>
        <p:spPr>
          <a:xfrm>
            <a:off x="3658699" y="46537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0629D47F-45ED-5736-D6D2-666D87B9E808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4" name="Google Shape;76;p10">
            <a:extLst>
              <a:ext uri="{FF2B5EF4-FFF2-40B4-BE49-F238E27FC236}">
                <a16:creationId xmlns:a16="http://schemas.microsoft.com/office/drawing/2014/main" id="{782C535E-CBA6-3BDE-A320-E7E7311B5898}"/>
              </a:ext>
            </a:extLst>
          </p:cNvPr>
          <p:cNvSpPr txBox="1"/>
          <p:nvPr/>
        </p:nvSpPr>
        <p:spPr>
          <a:xfrm>
            <a:off x="7366681" y="463167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E1D61F4B-E224-4BE7-EA36-5DB1E8932C29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EB0AAC7B-4509-8DF6-9707-C2838C6936CB}"/>
              </a:ext>
            </a:extLst>
          </p:cNvPr>
          <p:cNvSpPr txBox="1"/>
          <p:nvPr/>
        </p:nvSpPr>
        <p:spPr>
          <a:xfrm>
            <a:off x="-135470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7" name="Google Shape;76;p10">
            <a:extLst>
              <a:ext uri="{FF2B5EF4-FFF2-40B4-BE49-F238E27FC236}">
                <a16:creationId xmlns:a16="http://schemas.microsoft.com/office/drawing/2014/main" id="{F65E50B2-318D-B1A8-7D13-8A6B13987B52}"/>
              </a:ext>
            </a:extLst>
          </p:cNvPr>
          <p:cNvSpPr txBox="1"/>
          <p:nvPr/>
        </p:nvSpPr>
        <p:spPr>
          <a:xfrm>
            <a:off x="5962721" y="6428881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8" name="Google Shape;76;p10">
            <a:extLst>
              <a:ext uri="{FF2B5EF4-FFF2-40B4-BE49-F238E27FC236}">
                <a16:creationId xmlns:a16="http://schemas.microsoft.com/office/drawing/2014/main" id="{01C8AAC4-3A93-ADC4-E146-E1A6A364399A}"/>
              </a:ext>
            </a:extLst>
          </p:cNvPr>
          <p:cNvSpPr txBox="1"/>
          <p:nvPr/>
        </p:nvSpPr>
        <p:spPr>
          <a:xfrm>
            <a:off x="3993435" y="640898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9" name="Google Shape;76;p10">
            <a:extLst>
              <a:ext uri="{FF2B5EF4-FFF2-40B4-BE49-F238E27FC236}">
                <a16:creationId xmlns:a16="http://schemas.microsoft.com/office/drawing/2014/main" id="{75CA996A-07F6-A4CB-BB2C-40B1753206F2}"/>
              </a:ext>
            </a:extLst>
          </p:cNvPr>
          <p:cNvSpPr txBox="1"/>
          <p:nvPr/>
        </p:nvSpPr>
        <p:spPr>
          <a:xfrm>
            <a:off x="2164894" y="641995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0" name="Google Shape;76;p10">
            <a:extLst>
              <a:ext uri="{FF2B5EF4-FFF2-40B4-BE49-F238E27FC236}">
                <a16:creationId xmlns:a16="http://schemas.microsoft.com/office/drawing/2014/main" id="{85B558A3-3143-26F1-555E-8093E5201103}"/>
              </a:ext>
            </a:extLst>
          </p:cNvPr>
          <p:cNvSpPr txBox="1"/>
          <p:nvPr/>
        </p:nvSpPr>
        <p:spPr>
          <a:xfrm>
            <a:off x="190704" y="6428881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24" name="صورة 23">
            <a:extLst>
              <a:ext uri="{FF2B5EF4-FFF2-40B4-BE49-F238E27FC236}">
                <a16:creationId xmlns:a16="http://schemas.microsoft.com/office/drawing/2014/main" id="{149AF281-73FA-D3F9-9B7D-9FF4C0FA77F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576"/>
          <a:stretch>
            <a:fillRect/>
          </a:stretch>
        </p:blipFill>
        <p:spPr>
          <a:xfrm>
            <a:off x="2315674" y="5102061"/>
            <a:ext cx="1648106" cy="1261467"/>
          </a:xfrm>
          <a:prstGeom prst="rect">
            <a:avLst/>
          </a:prstGeom>
        </p:spPr>
      </p:pic>
      <p:pic>
        <p:nvPicPr>
          <p:cNvPr id="26" name="صورة 25">
            <a:extLst>
              <a:ext uri="{FF2B5EF4-FFF2-40B4-BE49-F238E27FC236}">
                <a16:creationId xmlns:a16="http://schemas.microsoft.com/office/drawing/2014/main" id="{DA9020E5-9DF3-A908-88B7-17D5A3EF2D9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961"/>
          <a:stretch>
            <a:fillRect/>
          </a:stretch>
        </p:blipFill>
        <p:spPr>
          <a:xfrm>
            <a:off x="6086993" y="5097791"/>
            <a:ext cx="1657112" cy="1276151"/>
          </a:xfrm>
          <a:prstGeom prst="rect">
            <a:avLst/>
          </a:prstGeom>
        </p:spPr>
      </p:pic>
      <p:pic>
        <p:nvPicPr>
          <p:cNvPr id="30" name="صورة 29">
            <a:extLst>
              <a:ext uri="{FF2B5EF4-FFF2-40B4-BE49-F238E27FC236}">
                <a16:creationId xmlns:a16="http://schemas.microsoft.com/office/drawing/2014/main" id="{9259F7B9-0BD6-78B6-0FD9-13EC1F16569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312"/>
          <a:stretch>
            <a:fillRect/>
          </a:stretch>
        </p:blipFill>
        <p:spPr>
          <a:xfrm>
            <a:off x="367418" y="5097791"/>
            <a:ext cx="1648106" cy="1242835"/>
          </a:xfrm>
          <a:prstGeom prst="rect">
            <a:avLst/>
          </a:prstGeom>
        </p:spPr>
      </p:pic>
      <p:sp>
        <p:nvSpPr>
          <p:cNvPr id="10" name="Google Shape;79;p10">
            <a:extLst>
              <a:ext uri="{FF2B5EF4-FFF2-40B4-BE49-F238E27FC236}">
                <a16:creationId xmlns:a16="http://schemas.microsoft.com/office/drawing/2014/main" id="{3E347C11-B264-B759-ABBA-6170B4B6DA0E}"/>
              </a:ext>
            </a:extLst>
          </p:cNvPr>
          <p:cNvSpPr txBox="1"/>
          <p:nvPr/>
        </p:nvSpPr>
        <p:spPr>
          <a:xfrm>
            <a:off x="3417970" y="850502"/>
            <a:ext cx="4956395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 ابتدائية و متوسطة العارضة بنين 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8D4DC223-E2D0-E03E-2B81-FD925998F42F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13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1C4CD431-FFA6-1C06-55BB-5CDDA11A7705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sp>
        <p:nvSpPr>
          <p:cNvPr id="14" name="Google Shape;75;p10">
            <a:extLst>
              <a:ext uri="{FF2B5EF4-FFF2-40B4-BE49-F238E27FC236}">
                <a16:creationId xmlns:a16="http://schemas.microsoft.com/office/drawing/2014/main" id="{16859E75-4951-0C74-023B-10865E67EB36}"/>
              </a:ext>
            </a:extLst>
          </p:cNvPr>
          <p:cNvSpPr txBox="1"/>
          <p:nvPr/>
        </p:nvSpPr>
        <p:spPr>
          <a:xfrm>
            <a:off x="3146590" y="456265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5" name="Google Shape;132;p1">
            <a:extLst>
              <a:ext uri="{FF2B5EF4-FFF2-40B4-BE49-F238E27FC236}">
                <a16:creationId xmlns:a16="http://schemas.microsoft.com/office/drawing/2014/main" id="{25317D30-443B-4A67-3649-316024907CAA}"/>
              </a:ext>
            </a:extLst>
          </p:cNvPr>
          <p:cNvPicPr preferRelativeResize="0"/>
          <p:nvPr/>
        </p:nvPicPr>
        <p:blipFill rotWithShape="1"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شكل حر: شكل 30">
            <a:extLst>
              <a:ext uri="{FF2B5EF4-FFF2-40B4-BE49-F238E27FC236}">
                <a16:creationId xmlns:a16="http://schemas.microsoft.com/office/drawing/2014/main" id="{B46C8932-1B71-FD8E-8073-FA278C275E2F}"/>
              </a:ext>
            </a:extLst>
          </p:cNvPr>
          <p:cNvSpPr/>
          <p:nvPr/>
        </p:nvSpPr>
        <p:spPr>
          <a:xfrm rot="2700000">
            <a:off x="9647363" y="692049"/>
            <a:ext cx="4753477" cy="4278591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blipFill dpi="0" rotWithShape="0"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1" eaLnBrk="1" latinLnBrk="0" hangingPunct="1"/>
            <a:endParaRPr lang="ar-SA"/>
          </a:p>
        </p:txBody>
      </p:sp>
      <p:sp>
        <p:nvSpPr>
          <p:cNvPr id="5" name="Google Shape;75;p10">
            <a:extLst>
              <a:ext uri="{FF2B5EF4-FFF2-40B4-BE49-F238E27FC236}">
                <a16:creationId xmlns:a16="http://schemas.microsoft.com/office/drawing/2014/main" id="{1F6F8E38-8DB5-BB75-30AA-2D7C8163BC69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" name="Google Shape;76;p10">
            <a:extLst>
              <a:ext uri="{FF2B5EF4-FFF2-40B4-BE49-F238E27FC236}">
                <a16:creationId xmlns:a16="http://schemas.microsoft.com/office/drawing/2014/main" id="{0902852D-BA92-723A-AE3C-EF37C868CAA9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37" name="صورة 23">
            <a:extLst>
              <a:ext uri="{FF2B5EF4-FFF2-40B4-BE49-F238E27FC236}">
                <a16:creationId xmlns:a16="http://schemas.microsoft.com/office/drawing/2014/main" id="{CB56C84F-1017-1EE8-005C-5B2EF0FD8210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99473" y="5102527"/>
            <a:ext cx="1657114" cy="1242835"/>
          </a:xfrm>
          <a:prstGeom prst="rect">
            <a:avLst/>
          </a:prstGeom>
        </p:spPr>
      </p:pic>
      <p:pic>
        <p:nvPicPr>
          <p:cNvPr id="8" name="صورة 31">
            <a:extLst>
              <a:ext uri="{FF2B5EF4-FFF2-40B4-BE49-F238E27FC236}">
                <a16:creationId xmlns:a16="http://schemas.microsoft.com/office/drawing/2014/main" id="{2D681499-ADC1-D24C-6C24-30A88609E560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744"/>
          <a:stretch>
            <a:fillRect/>
          </a:stretch>
        </p:blipFill>
        <p:spPr>
          <a:xfrm>
            <a:off x="7542432" y="3277491"/>
            <a:ext cx="1655530" cy="1253113"/>
          </a:xfrm>
          <a:prstGeom prst="rect">
            <a:avLst/>
          </a:prstGeom>
        </p:spPr>
      </p:pic>
      <p:pic>
        <p:nvPicPr>
          <p:cNvPr id="11" name="صورة 4">
            <a:extLst>
              <a:ext uri="{FF2B5EF4-FFF2-40B4-BE49-F238E27FC236}">
                <a16:creationId xmlns:a16="http://schemas.microsoft.com/office/drawing/2014/main" id="{E13F6674-D47F-BEE6-05FC-39367613F491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37805" y="1634004"/>
            <a:ext cx="1606020" cy="1196684"/>
          </a:xfrm>
          <a:prstGeom prst="rect">
            <a:avLst/>
          </a:prstGeom>
        </p:spPr>
      </p:pic>
      <p:pic>
        <p:nvPicPr>
          <p:cNvPr id="22" name="صورة 4">
            <a:extLst>
              <a:ext uri="{FF2B5EF4-FFF2-40B4-BE49-F238E27FC236}">
                <a16:creationId xmlns:a16="http://schemas.microsoft.com/office/drawing/2014/main" id="{9F486B1D-BA89-6E14-6614-D0AC51595EDF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37039" y="3257189"/>
            <a:ext cx="1636005" cy="1293408"/>
          </a:xfrm>
          <a:prstGeom prst="rect">
            <a:avLst/>
          </a:prstGeom>
        </p:spPr>
      </p:pic>
      <p:pic>
        <p:nvPicPr>
          <p:cNvPr id="28" name="صورة 22">
            <a:extLst>
              <a:ext uri="{FF2B5EF4-FFF2-40B4-BE49-F238E27FC236}">
                <a16:creationId xmlns:a16="http://schemas.microsoft.com/office/drawing/2014/main" id="{9D35E0BF-3B19-5025-432B-08A9816FBE7C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196"/>
          <a:stretch>
            <a:fillRect/>
          </a:stretch>
        </p:blipFill>
        <p:spPr>
          <a:xfrm>
            <a:off x="3815884" y="3286630"/>
            <a:ext cx="1644679" cy="1263967"/>
          </a:xfrm>
          <a:prstGeom prst="rect">
            <a:avLst/>
          </a:prstGeom>
        </p:spPr>
      </p:pic>
      <p:pic>
        <p:nvPicPr>
          <p:cNvPr id="29" name="صورة 33">
            <a:extLst>
              <a:ext uri="{FF2B5EF4-FFF2-40B4-BE49-F238E27FC236}">
                <a16:creationId xmlns:a16="http://schemas.microsoft.com/office/drawing/2014/main" id="{93026B95-FEEA-BB2D-5224-528259B5C1CA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09646" y="1620306"/>
            <a:ext cx="1628100" cy="1119232"/>
          </a:xfrm>
          <a:prstGeom prst="rect">
            <a:avLst/>
          </a:prstGeom>
        </p:spPr>
      </p:pic>
      <p:pic>
        <p:nvPicPr>
          <p:cNvPr id="31" name="صورة 33">
            <a:extLst>
              <a:ext uri="{FF2B5EF4-FFF2-40B4-BE49-F238E27FC236}">
                <a16:creationId xmlns:a16="http://schemas.microsoft.com/office/drawing/2014/main" id="{0453A28D-5E51-25A3-1A11-39E538D3C819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513"/>
          <a:stretch>
            <a:fillRect/>
          </a:stretch>
        </p:blipFill>
        <p:spPr>
          <a:xfrm>
            <a:off x="1898342" y="1620307"/>
            <a:ext cx="1700810" cy="1117586"/>
          </a:xfrm>
          <a:prstGeom prst="rect">
            <a:avLst/>
          </a:prstGeom>
        </p:spPr>
      </p:pic>
      <p:pic>
        <p:nvPicPr>
          <p:cNvPr id="32" name="صورة 32">
            <a:extLst>
              <a:ext uri="{FF2B5EF4-FFF2-40B4-BE49-F238E27FC236}">
                <a16:creationId xmlns:a16="http://schemas.microsoft.com/office/drawing/2014/main" id="{45596144-D7AD-E852-AAF3-56F95FAD35F8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94729" y="3277492"/>
            <a:ext cx="1615713" cy="1273105"/>
          </a:xfrm>
          <a:prstGeom prst="rect">
            <a:avLst/>
          </a:prstGeom>
        </p:spPr>
      </p:pic>
      <p:pic>
        <p:nvPicPr>
          <p:cNvPr id="33" name="صورة 22">
            <a:extLst>
              <a:ext uri="{FF2B5EF4-FFF2-40B4-BE49-F238E27FC236}">
                <a16:creationId xmlns:a16="http://schemas.microsoft.com/office/drawing/2014/main" id="{4CBFDAA8-DBA4-529A-1B94-D45A33278F7B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667" y="3257190"/>
            <a:ext cx="1671521" cy="1273415"/>
          </a:xfrm>
          <a:prstGeom prst="rect">
            <a:avLst/>
          </a:prstGeom>
        </p:spPr>
      </p:pic>
      <p:pic>
        <p:nvPicPr>
          <p:cNvPr id="35" name="صورة 32">
            <a:extLst>
              <a:ext uri="{FF2B5EF4-FFF2-40B4-BE49-F238E27FC236}">
                <a16:creationId xmlns:a16="http://schemas.microsoft.com/office/drawing/2014/main" id="{FD71D313-15A3-CE4C-74CD-A57DA0333B22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667" y="1620307"/>
            <a:ext cx="1628100" cy="1155491"/>
          </a:xfrm>
          <a:prstGeom prst="rect">
            <a:avLst/>
          </a:prstGeom>
        </p:spPr>
      </p:pic>
      <p:pic>
        <p:nvPicPr>
          <p:cNvPr id="38" name="صورة 4">
            <a:extLst>
              <a:ext uri="{FF2B5EF4-FFF2-40B4-BE49-F238E27FC236}">
                <a16:creationId xmlns:a16="http://schemas.microsoft.com/office/drawing/2014/main" id="{16E7E2A2-81F5-77D6-E2BF-184E8B46C251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99212" y="1622905"/>
            <a:ext cx="1611231" cy="115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79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51C1B-2BFF-E8FB-13D8-832ECDC62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16AADE41-0CE4-FCBA-BDE5-4673446FCDEC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36B0B0B4-AC9B-39F7-10D2-B458C98F3577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F705878E-D9FA-604C-05A0-9A7195110A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841C2983-E259-96C0-95C5-96743012F147}"/>
              </a:ext>
            </a:extLst>
          </p:cNvPr>
          <p:cNvGrpSpPr/>
          <p:nvPr/>
        </p:nvGrpSpPr>
        <p:grpSpPr>
          <a:xfrm>
            <a:off x="0" y="6658993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9CAC929D-3EDB-BBC4-0B56-3E493FACC5CC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C07DB9BB-48F0-6F36-3EA9-A4381AC94D9B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D3A5400B-756C-37C9-26FB-CB37BC267B50}"/>
              </a:ext>
            </a:extLst>
          </p:cNvPr>
          <p:cNvSpPr txBox="1"/>
          <p:nvPr/>
        </p:nvSpPr>
        <p:spPr>
          <a:xfrm>
            <a:off x="9531024" y="6253460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45579824-1665-EC9E-0A51-DA70DDB1E9F2}"/>
              </a:ext>
            </a:extLst>
          </p:cNvPr>
          <p:cNvSpPr/>
          <p:nvPr/>
        </p:nvSpPr>
        <p:spPr>
          <a:xfrm>
            <a:off x="7530169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1C736DA7-EF0B-1BD2-9914-7A5CBA9AC485}"/>
              </a:ext>
            </a:extLst>
          </p:cNvPr>
          <p:cNvSpPr txBox="1"/>
          <p:nvPr/>
        </p:nvSpPr>
        <p:spPr>
          <a:xfrm>
            <a:off x="7342230" y="28241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AC3122E6-156E-B931-A6FE-2687347584D8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BF13521F-859C-24DA-F692-F7D53A21F3E3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DB402185-2D75-F84B-FAA6-211B3EC88971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2570AA0B-27B6-531F-3856-016B0E262404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F753A397-59EB-E9C2-EAD0-7D19C239368E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7" name="Google Shape;372;p23">
            <a:extLst>
              <a:ext uri="{FF2B5EF4-FFF2-40B4-BE49-F238E27FC236}">
                <a16:creationId xmlns:a16="http://schemas.microsoft.com/office/drawing/2014/main" id="{6635009C-3504-BFFB-6C6C-01204546D139}"/>
              </a:ext>
            </a:extLst>
          </p:cNvPr>
          <p:cNvSpPr/>
          <p:nvPr/>
        </p:nvSpPr>
        <p:spPr>
          <a:xfrm>
            <a:off x="6086992" y="646423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F637AEE0-D203-AD47-E70D-371D19BE62F8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DF35C84A-A9F9-E56C-B844-0A65896276AA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E9E163FD-E208-0937-94B1-B82350626E5F}"/>
              </a:ext>
            </a:extLst>
          </p:cNvPr>
          <p:cNvSpPr/>
          <p:nvPr/>
        </p:nvSpPr>
        <p:spPr>
          <a:xfrm>
            <a:off x="3784099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372;p23">
            <a:extLst>
              <a:ext uri="{FF2B5EF4-FFF2-40B4-BE49-F238E27FC236}">
                <a16:creationId xmlns:a16="http://schemas.microsoft.com/office/drawing/2014/main" id="{8F05BC3C-5716-07EC-83F6-68F2C890DD89}"/>
              </a:ext>
            </a:extLst>
          </p:cNvPr>
          <p:cNvSpPr/>
          <p:nvPr/>
        </p:nvSpPr>
        <p:spPr>
          <a:xfrm>
            <a:off x="4199473" y="642998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415A61FB-D3D4-49BF-4B24-6A54C31C0F13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C494186A-A79C-FB72-F6D4-9680A09820DB}"/>
              </a:ext>
            </a:extLst>
          </p:cNvPr>
          <p:cNvSpPr/>
          <p:nvPr/>
        </p:nvSpPr>
        <p:spPr>
          <a:xfrm>
            <a:off x="1915930" y="470604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372;p23">
            <a:extLst>
              <a:ext uri="{FF2B5EF4-FFF2-40B4-BE49-F238E27FC236}">
                <a16:creationId xmlns:a16="http://schemas.microsoft.com/office/drawing/2014/main" id="{DB88A890-6FB8-53AF-227C-A3B5844F60E1}"/>
              </a:ext>
            </a:extLst>
          </p:cNvPr>
          <p:cNvSpPr/>
          <p:nvPr/>
        </p:nvSpPr>
        <p:spPr>
          <a:xfrm>
            <a:off x="2321871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3" name="Google Shape;372;p23">
            <a:extLst>
              <a:ext uri="{FF2B5EF4-FFF2-40B4-BE49-F238E27FC236}">
                <a16:creationId xmlns:a16="http://schemas.microsoft.com/office/drawing/2014/main" id="{3E5698FE-00A0-E563-41A8-4159BC3AD473}"/>
              </a:ext>
            </a:extLst>
          </p:cNvPr>
          <p:cNvSpPr/>
          <p:nvPr/>
        </p:nvSpPr>
        <p:spPr>
          <a:xfrm>
            <a:off x="367417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C7B92B82-42FB-A600-5658-D4EA8EF1031C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36572C00-DA77-B3EA-71BB-3AF2F0A0C338}"/>
              </a:ext>
            </a:extLst>
          </p:cNvPr>
          <p:cNvSpPr/>
          <p:nvPr/>
        </p:nvSpPr>
        <p:spPr>
          <a:xfrm>
            <a:off x="57266" y="470990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DF24441C-D60E-E41C-64AD-E8FFA5FE52E2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5E04B103-7198-DF43-AE67-6010D34AFBC7}"/>
              </a:ext>
            </a:extLst>
          </p:cNvPr>
          <p:cNvSpPr txBox="1"/>
          <p:nvPr/>
        </p:nvSpPr>
        <p:spPr>
          <a:xfrm>
            <a:off x="-58762" y="4674932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3EA28673-69E8-0ACD-64A4-D87ECCB17F2A}"/>
              </a:ext>
            </a:extLst>
          </p:cNvPr>
          <p:cNvSpPr txBox="1"/>
          <p:nvPr/>
        </p:nvSpPr>
        <p:spPr>
          <a:xfrm>
            <a:off x="1756984" y="466313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CB01E10E-650D-5A7F-3738-04C41C407721}"/>
              </a:ext>
            </a:extLst>
          </p:cNvPr>
          <p:cNvSpPr txBox="1"/>
          <p:nvPr/>
        </p:nvSpPr>
        <p:spPr>
          <a:xfrm>
            <a:off x="3658699" y="46537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E3D23DB2-73A0-9EB5-981E-1D30BB0DA7AA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4" name="Google Shape;76;p10">
            <a:extLst>
              <a:ext uri="{FF2B5EF4-FFF2-40B4-BE49-F238E27FC236}">
                <a16:creationId xmlns:a16="http://schemas.microsoft.com/office/drawing/2014/main" id="{AABD2419-1BE5-8E1E-7574-107AF605A704}"/>
              </a:ext>
            </a:extLst>
          </p:cNvPr>
          <p:cNvSpPr txBox="1"/>
          <p:nvPr/>
        </p:nvSpPr>
        <p:spPr>
          <a:xfrm>
            <a:off x="7366681" y="463167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40D0C987-4E2A-4087-A540-EB609282305A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5CF8B7A3-F07A-8CB4-B10D-9D375A8EA6C6}"/>
              </a:ext>
            </a:extLst>
          </p:cNvPr>
          <p:cNvSpPr txBox="1"/>
          <p:nvPr/>
        </p:nvSpPr>
        <p:spPr>
          <a:xfrm>
            <a:off x="-135470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7" name="Google Shape;76;p10">
            <a:extLst>
              <a:ext uri="{FF2B5EF4-FFF2-40B4-BE49-F238E27FC236}">
                <a16:creationId xmlns:a16="http://schemas.microsoft.com/office/drawing/2014/main" id="{481771F6-5E68-05C3-B1A0-3EB246A095BC}"/>
              </a:ext>
            </a:extLst>
          </p:cNvPr>
          <p:cNvSpPr txBox="1"/>
          <p:nvPr/>
        </p:nvSpPr>
        <p:spPr>
          <a:xfrm>
            <a:off x="5967625" y="643019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8" name="Google Shape;76;p10">
            <a:extLst>
              <a:ext uri="{FF2B5EF4-FFF2-40B4-BE49-F238E27FC236}">
                <a16:creationId xmlns:a16="http://schemas.microsoft.com/office/drawing/2014/main" id="{A16907AF-C846-850E-20AF-A20105284B58}"/>
              </a:ext>
            </a:extLst>
          </p:cNvPr>
          <p:cNvSpPr txBox="1"/>
          <p:nvPr/>
        </p:nvSpPr>
        <p:spPr>
          <a:xfrm>
            <a:off x="3993435" y="640898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9" name="Google Shape;76;p10">
            <a:extLst>
              <a:ext uri="{FF2B5EF4-FFF2-40B4-BE49-F238E27FC236}">
                <a16:creationId xmlns:a16="http://schemas.microsoft.com/office/drawing/2014/main" id="{91098CAF-E3AD-DDD7-FFB5-C79018ABC740}"/>
              </a:ext>
            </a:extLst>
          </p:cNvPr>
          <p:cNvSpPr txBox="1"/>
          <p:nvPr/>
        </p:nvSpPr>
        <p:spPr>
          <a:xfrm>
            <a:off x="2164894" y="641995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0" name="Google Shape;76;p10">
            <a:extLst>
              <a:ext uri="{FF2B5EF4-FFF2-40B4-BE49-F238E27FC236}">
                <a16:creationId xmlns:a16="http://schemas.microsoft.com/office/drawing/2014/main" id="{D1012BA8-A182-9DE2-A5BA-82EA24615E62}"/>
              </a:ext>
            </a:extLst>
          </p:cNvPr>
          <p:cNvSpPr txBox="1"/>
          <p:nvPr/>
        </p:nvSpPr>
        <p:spPr>
          <a:xfrm>
            <a:off x="190704" y="6428881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24" name="صورة 23">
            <a:extLst>
              <a:ext uri="{FF2B5EF4-FFF2-40B4-BE49-F238E27FC236}">
                <a16:creationId xmlns:a16="http://schemas.microsoft.com/office/drawing/2014/main" id="{A88929EA-06F5-1A26-846E-FE3C87FC145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96000" y="5087591"/>
            <a:ext cx="1648106" cy="1241425"/>
          </a:xfrm>
          <a:prstGeom prst="rect">
            <a:avLst/>
          </a:prstGeom>
        </p:spPr>
      </p:pic>
      <p:pic>
        <p:nvPicPr>
          <p:cNvPr id="26" name="صورة 25">
            <a:extLst>
              <a:ext uri="{FF2B5EF4-FFF2-40B4-BE49-F238E27FC236}">
                <a16:creationId xmlns:a16="http://schemas.microsoft.com/office/drawing/2014/main" id="{28EF976E-1073-6E94-8AD4-B8722AE5D02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05"/>
          <a:stretch>
            <a:fillRect/>
          </a:stretch>
        </p:blipFill>
        <p:spPr>
          <a:xfrm>
            <a:off x="4203978" y="5087590"/>
            <a:ext cx="1648104" cy="1249240"/>
          </a:xfrm>
          <a:prstGeom prst="rect">
            <a:avLst/>
          </a:prstGeom>
        </p:spPr>
      </p:pic>
      <p:pic>
        <p:nvPicPr>
          <p:cNvPr id="28" name="صورة 27">
            <a:extLst>
              <a:ext uri="{FF2B5EF4-FFF2-40B4-BE49-F238E27FC236}">
                <a16:creationId xmlns:a16="http://schemas.microsoft.com/office/drawing/2014/main" id="{4275B779-E3ED-54DB-1AC8-56DA3C3566F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36321" y="5087590"/>
            <a:ext cx="1642664" cy="1252492"/>
          </a:xfrm>
          <a:prstGeom prst="rect">
            <a:avLst/>
          </a:prstGeom>
        </p:spPr>
      </p:pic>
      <p:sp>
        <p:nvSpPr>
          <p:cNvPr id="10" name="Google Shape;79;p10">
            <a:extLst>
              <a:ext uri="{FF2B5EF4-FFF2-40B4-BE49-F238E27FC236}">
                <a16:creationId xmlns:a16="http://schemas.microsoft.com/office/drawing/2014/main" id="{3F302D6A-CB28-8E70-8090-198F68BC3618}"/>
              </a:ext>
            </a:extLst>
          </p:cNvPr>
          <p:cNvSpPr txBox="1"/>
          <p:nvPr/>
        </p:nvSpPr>
        <p:spPr>
          <a:xfrm>
            <a:off x="3417970" y="850502"/>
            <a:ext cx="4956395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 ثانوية العارضة بنين 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C0CE1910-EA07-C4F9-FCD1-3564CCBE2FDF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13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E1472915-6FF3-BB1F-61AF-81052D63062A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sp>
        <p:nvSpPr>
          <p:cNvPr id="14" name="Google Shape;75;p10">
            <a:extLst>
              <a:ext uri="{FF2B5EF4-FFF2-40B4-BE49-F238E27FC236}">
                <a16:creationId xmlns:a16="http://schemas.microsoft.com/office/drawing/2014/main" id="{67D1AFDE-CB5C-C74F-81E2-E98C01EEB7DC}"/>
              </a:ext>
            </a:extLst>
          </p:cNvPr>
          <p:cNvSpPr txBox="1"/>
          <p:nvPr/>
        </p:nvSpPr>
        <p:spPr>
          <a:xfrm>
            <a:off x="3146590" y="456265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5" name="Google Shape;132;p1">
            <a:extLst>
              <a:ext uri="{FF2B5EF4-FFF2-40B4-BE49-F238E27FC236}">
                <a16:creationId xmlns:a16="http://schemas.microsoft.com/office/drawing/2014/main" id="{93415D2C-15B7-7E82-E50E-85A64DB7207C}"/>
              </a:ext>
            </a:extLst>
          </p:cNvPr>
          <p:cNvPicPr preferRelativeResize="0"/>
          <p:nvPr/>
        </p:nvPicPr>
        <p:blipFill rotWithShape="1"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شكل حر: شكل 30">
            <a:extLst>
              <a:ext uri="{FF2B5EF4-FFF2-40B4-BE49-F238E27FC236}">
                <a16:creationId xmlns:a16="http://schemas.microsoft.com/office/drawing/2014/main" id="{D76C461D-46BF-74F1-9D7E-C496617D563B}"/>
              </a:ext>
            </a:extLst>
          </p:cNvPr>
          <p:cNvSpPr/>
          <p:nvPr/>
        </p:nvSpPr>
        <p:spPr>
          <a:xfrm rot="2700000">
            <a:off x="9647363" y="692049"/>
            <a:ext cx="4753477" cy="4278591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blipFill dpi="0" rotWithShape="0"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1" eaLnBrk="1" latinLnBrk="0" hangingPunct="1"/>
            <a:endParaRPr lang="ar-SA"/>
          </a:p>
        </p:txBody>
      </p:sp>
      <p:pic>
        <p:nvPicPr>
          <p:cNvPr id="6" name="صورة 27">
            <a:extLst>
              <a:ext uri="{FF2B5EF4-FFF2-40B4-BE49-F238E27FC236}">
                <a16:creationId xmlns:a16="http://schemas.microsoft.com/office/drawing/2014/main" id="{C3B97810-925A-55E3-AC4F-79665CF4C7CD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6396" y="5089500"/>
            <a:ext cx="1639156" cy="1229367"/>
          </a:xfrm>
          <a:prstGeom prst="rect">
            <a:avLst/>
          </a:prstGeom>
        </p:spPr>
      </p:pic>
      <p:sp>
        <p:nvSpPr>
          <p:cNvPr id="5" name="Google Shape;75;p10">
            <a:extLst>
              <a:ext uri="{FF2B5EF4-FFF2-40B4-BE49-F238E27FC236}">
                <a16:creationId xmlns:a16="http://schemas.microsoft.com/office/drawing/2014/main" id="{D111608A-373C-2350-DAF1-7024F51C7A4C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1" name="Google Shape;76;p10">
            <a:extLst>
              <a:ext uri="{FF2B5EF4-FFF2-40B4-BE49-F238E27FC236}">
                <a16:creationId xmlns:a16="http://schemas.microsoft.com/office/drawing/2014/main" id="{77B6C32D-E71C-F257-C63B-7A3A41636ACF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7" name="صورة 22">
            <a:extLst>
              <a:ext uri="{FF2B5EF4-FFF2-40B4-BE49-F238E27FC236}">
                <a16:creationId xmlns:a16="http://schemas.microsoft.com/office/drawing/2014/main" id="{7DD1DAD4-99ED-4C33-1B6E-06992DB9D61C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92433" y="1600815"/>
            <a:ext cx="1650545" cy="1140022"/>
          </a:xfrm>
          <a:prstGeom prst="rect">
            <a:avLst/>
          </a:prstGeom>
        </p:spPr>
      </p:pic>
      <p:pic>
        <p:nvPicPr>
          <p:cNvPr id="12" name="صورة 31">
            <a:extLst>
              <a:ext uri="{FF2B5EF4-FFF2-40B4-BE49-F238E27FC236}">
                <a16:creationId xmlns:a16="http://schemas.microsoft.com/office/drawing/2014/main" id="{FC2E455C-E440-B30F-8B04-AEA521871D69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41886" y="3288388"/>
            <a:ext cx="1657114" cy="1258858"/>
          </a:xfrm>
          <a:prstGeom prst="rect">
            <a:avLst/>
          </a:prstGeom>
        </p:spPr>
      </p:pic>
      <p:pic>
        <p:nvPicPr>
          <p:cNvPr id="16" name="صورة 4">
            <a:extLst>
              <a:ext uri="{FF2B5EF4-FFF2-40B4-BE49-F238E27FC236}">
                <a16:creationId xmlns:a16="http://schemas.microsoft.com/office/drawing/2014/main" id="{0B19372F-E4D5-9B1A-1E3E-E8693D832C59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26866" y="1636241"/>
            <a:ext cx="1629056" cy="1145778"/>
          </a:xfrm>
          <a:prstGeom prst="rect">
            <a:avLst/>
          </a:prstGeom>
        </p:spPr>
      </p:pic>
      <p:pic>
        <p:nvPicPr>
          <p:cNvPr id="18" name="صورة 4">
            <a:extLst>
              <a:ext uri="{FF2B5EF4-FFF2-40B4-BE49-F238E27FC236}">
                <a16:creationId xmlns:a16="http://schemas.microsoft.com/office/drawing/2014/main" id="{91BC1296-0B1F-649B-86F4-CC29AD481A87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0655" y="3288429"/>
            <a:ext cx="1581245" cy="1296470"/>
          </a:xfrm>
          <a:prstGeom prst="rect">
            <a:avLst/>
          </a:prstGeom>
        </p:spPr>
      </p:pic>
      <p:pic>
        <p:nvPicPr>
          <p:cNvPr id="21" name="صورة 4">
            <a:extLst>
              <a:ext uri="{FF2B5EF4-FFF2-40B4-BE49-F238E27FC236}">
                <a16:creationId xmlns:a16="http://schemas.microsoft.com/office/drawing/2014/main" id="{886A39A6-EF30-5EC6-6F0D-3EACB493CF6D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27209" y="3288387"/>
            <a:ext cx="1732763" cy="1285126"/>
          </a:xfrm>
          <a:prstGeom prst="rect">
            <a:avLst/>
          </a:prstGeom>
        </p:spPr>
      </p:pic>
      <p:pic>
        <p:nvPicPr>
          <p:cNvPr id="22" name="صورة 4">
            <a:extLst>
              <a:ext uri="{FF2B5EF4-FFF2-40B4-BE49-F238E27FC236}">
                <a16:creationId xmlns:a16="http://schemas.microsoft.com/office/drawing/2014/main" id="{0640122F-9318-11A8-2CDE-73299FA68666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5823" y="1596049"/>
            <a:ext cx="1589191" cy="1138096"/>
          </a:xfrm>
          <a:prstGeom prst="rect">
            <a:avLst/>
          </a:prstGeom>
        </p:spPr>
      </p:pic>
      <p:pic>
        <p:nvPicPr>
          <p:cNvPr id="29" name="صورة 22">
            <a:extLst>
              <a:ext uri="{FF2B5EF4-FFF2-40B4-BE49-F238E27FC236}">
                <a16:creationId xmlns:a16="http://schemas.microsoft.com/office/drawing/2014/main" id="{1AA3FE67-ABFD-4146-7B9D-16ABD15A6389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12157" y="1596050"/>
            <a:ext cx="1629056" cy="1161956"/>
          </a:xfrm>
          <a:prstGeom prst="rect">
            <a:avLst/>
          </a:prstGeom>
        </p:spPr>
      </p:pic>
      <p:pic>
        <p:nvPicPr>
          <p:cNvPr id="30" name="صورة 22">
            <a:extLst>
              <a:ext uri="{FF2B5EF4-FFF2-40B4-BE49-F238E27FC236}">
                <a16:creationId xmlns:a16="http://schemas.microsoft.com/office/drawing/2014/main" id="{B36CCE44-63EC-CB52-FB52-029242A60D03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24073" y="3290700"/>
            <a:ext cx="1657114" cy="1272527"/>
          </a:xfrm>
          <a:prstGeom prst="rect">
            <a:avLst/>
          </a:prstGeom>
        </p:spPr>
      </p:pic>
      <p:pic>
        <p:nvPicPr>
          <p:cNvPr id="31" name="صورة 4">
            <a:extLst>
              <a:ext uri="{FF2B5EF4-FFF2-40B4-BE49-F238E27FC236}">
                <a16:creationId xmlns:a16="http://schemas.microsoft.com/office/drawing/2014/main" id="{C9FCA3FF-4F9C-D2B2-52DF-7C71A08B9CEE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745155" y="3288388"/>
            <a:ext cx="1732763" cy="1258858"/>
          </a:xfrm>
          <a:prstGeom prst="rect">
            <a:avLst/>
          </a:prstGeom>
        </p:spPr>
      </p:pic>
      <p:pic>
        <p:nvPicPr>
          <p:cNvPr id="33" name="صورة 4">
            <a:extLst>
              <a:ext uri="{FF2B5EF4-FFF2-40B4-BE49-F238E27FC236}">
                <a16:creationId xmlns:a16="http://schemas.microsoft.com/office/drawing/2014/main" id="{D18AB201-90AC-4091-EB67-859FFDA26531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28632" y="1636241"/>
            <a:ext cx="1629056" cy="114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902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EA525-FC9D-574B-C616-E2626F640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6FB6E19C-1698-7A9D-AA62-0887858B5118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B51F6575-264D-BE16-9EF5-A27ABE7F9238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7A6EE545-A85D-9346-5E15-55ED8AF9A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F35BF7F0-8044-A291-765E-1030CBC00FA0}"/>
              </a:ext>
            </a:extLst>
          </p:cNvPr>
          <p:cNvGrpSpPr/>
          <p:nvPr/>
        </p:nvGrpSpPr>
        <p:grpSpPr>
          <a:xfrm>
            <a:off x="0" y="6658993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2026B6C1-826C-DF01-69F2-3A97AE5536F4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72262753-614A-CE2F-FA51-CB4D5E29A7C4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75" name="Google Shape;79;p10">
            <a:extLst>
              <a:ext uri="{FF2B5EF4-FFF2-40B4-BE49-F238E27FC236}">
                <a16:creationId xmlns:a16="http://schemas.microsoft.com/office/drawing/2014/main" id="{2B9BB77D-7A27-4618-24CB-7C3742FD3746}"/>
              </a:ext>
            </a:extLst>
          </p:cNvPr>
          <p:cNvSpPr txBox="1"/>
          <p:nvPr/>
        </p:nvSpPr>
        <p:spPr>
          <a:xfrm>
            <a:off x="3402331" y="804123"/>
            <a:ext cx="4956395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400" b="1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 </a:t>
            </a: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ابتدائية محمد بن عبدالوهاب بنين </a:t>
            </a:r>
            <a:r>
              <a:rPr lang="ar-SA" sz="1400" b="1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شكل حر: شكل 30">
            <a:extLst>
              <a:ext uri="{FF2B5EF4-FFF2-40B4-BE49-F238E27FC236}">
                <a16:creationId xmlns:a16="http://schemas.microsoft.com/office/drawing/2014/main" id="{51DE6197-36DC-5A3F-6BC5-B023498FA4F9}"/>
              </a:ext>
            </a:extLst>
          </p:cNvPr>
          <p:cNvSpPr/>
          <p:nvPr/>
        </p:nvSpPr>
        <p:spPr>
          <a:xfrm rot="2700000">
            <a:off x="9647363" y="692049"/>
            <a:ext cx="4753477" cy="4278591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blipFill dpi="0" rotWithShape="0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1" eaLnBrk="1" latinLnBrk="0" hangingPunct="1"/>
            <a:endParaRPr lang="ar-SA"/>
          </a:p>
        </p:txBody>
      </p: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0AFF6AD7-84F1-8281-E768-722BF5891770}"/>
              </a:ext>
            </a:extLst>
          </p:cNvPr>
          <p:cNvSpPr txBox="1"/>
          <p:nvPr/>
        </p:nvSpPr>
        <p:spPr>
          <a:xfrm>
            <a:off x="9664477" y="6221950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774C7AF4-C113-7F55-3CCF-0265A5B4DE57}"/>
              </a:ext>
            </a:extLst>
          </p:cNvPr>
          <p:cNvSpPr/>
          <p:nvPr/>
        </p:nvSpPr>
        <p:spPr>
          <a:xfrm>
            <a:off x="7530169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6277F1DA-9D7D-1B7A-D14C-B7DD3236AE8A}"/>
              </a:ext>
            </a:extLst>
          </p:cNvPr>
          <p:cNvSpPr txBox="1"/>
          <p:nvPr/>
        </p:nvSpPr>
        <p:spPr>
          <a:xfrm>
            <a:off x="7342230" y="28241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19F9EF1C-08D8-81F5-6BF8-2367ECAA1DBF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26F992B2-20CA-FC9A-956F-B01994E5B949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2CAE038B-B740-23FC-90D3-D024D0D8F814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E3396D8C-C2A9-92FA-D4D0-63D96A21D5DF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E4D5E00B-20C5-018B-77C8-874DD7D9497C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7" name="Google Shape;372;p23">
            <a:extLst>
              <a:ext uri="{FF2B5EF4-FFF2-40B4-BE49-F238E27FC236}">
                <a16:creationId xmlns:a16="http://schemas.microsoft.com/office/drawing/2014/main" id="{DBBA1A7E-4E8E-E36F-0E4C-F60D7386BB5A}"/>
              </a:ext>
            </a:extLst>
          </p:cNvPr>
          <p:cNvSpPr/>
          <p:nvPr/>
        </p:nvSpPr>
        <p:spPr>
          <a:xfrm>
            <a:off x="6081553" y="64332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58" name="صورة 4">
            <a:extLst>
              <a:ext uri="{FF2B5EF4-FFF2-40B4-BE49-F238E27FC236}">
                <a16:creationId xmlns:a16="http://schemas.microsoft.com/office/drawing/2014/main" id="{737BFCA8-0637-6E5B-306E-D4840F8AE8C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515"/>
          <a:stretch>
            <a:fillRect/>
          </a:stretch>
        </p:blipFill>
        <p:spPr>
          <a:xfrm>
            <a:off x="6082828" y="5060690"/>
            <a:ext cx="1657114" cy="1314567"/>
          </a:xfrm>
          <a:prstGeom prst="rect">
            <a:avLst/>
          </a:prstGeom>
        </p:spPr>
      </p:pic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1F8754C2-6DA8-9E32-4322-FAC90E6847AE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1AE82B3A-B7C2-2B71-3080-9C3F83668888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DB824255-2F18-0E7A-DAC1-47AB1A6F8554}"/>
              </a:ext>
            </a:extLst>
          </p:cNvPr>
          <p:cNvSpPr/>
          <p:nvPr/>
        </p:nvSpPr>
        <p:spPr>
          <a:xfrm>
            <a:off x="3784099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372;p23">
            <a:extLst>
              <a:ext uri="{FF2B5EF4-FFF2-40B4-BE49-F238E27FC236}">
                <a16:creationId xmlns:a16="http://schemas.microsoft.com/office/drawing/2014/main" id="{51D29CD1-F607-5A67-AB93-7B8EC68C0D7D}"/>
              </a:ext>
            </a:extLst>
          </p:cNvPr>
          <p:cNvSpPr/>
          <p:nvPr/>
        </p:nvSpPr>
        <p:spPr>
          <a:xfrm>
            <a:off x="4199473" y="642998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76" name="صورة 4">
            <a:extLst>
              <a:ext uri="{FF2B5EF4-FFF2-40B4-BE49-F238E27FC236}">
                <a16:creationId xmlns:a16="http://schemas.microsoft.com/office/drawing/2014/main" id="{ED271919-ACE4-E32E-9EFD-EA16DD3A5A5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638"/>
          <a:stretch>
            <a:fillRect/>
          </a:stretch>
        </p:blipFill>
        <p:spPr>
          <a:xfrm>
            <a:off x="367417" y="5050050"/>
            <a:ext cx="1657114" cy="1344336"/>
          </a:xfrm>
          <a:prstGeom prst="rect">
            <a:avLst/>
          </a:prstGeom>
        </p:spPr>
      </p:pic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3CEFA4D1-4465-DDAB-A91D-A798E12DFF84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5BB9EE13-451E-FBEE-D3EC-FDC0D31CF626}"/>
              </a:ext>
            </a:extLst>
          </p:cNvPr>
          <p:cNvSpPr/>
          <p:nvPr/>
        </p:nvSpPr>
        <p:spPr>
          <a:xfrm>
            <a:off x="1915930" y="470604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372;p23">
            <a:extLst>
              <a:ext uri="{FF2B5EF4-FFF2-40B4-BE49-F238E27FC236}">
                <a16:creationId xmlns:a16="http://schemas.microsoft.com/office/drawing/2014/main" id="{E89F5A9F-450E-E051-0685-5839DE881C08}"/>
              </a:ext>
            </a:extLst>
          </p:cNvPr>
          <p:cNvSpPr/>
          <p:nvPr/>
        </p:nvSpPr>
        <p:spPr>
          <a:xfrm>
            <a:off x="2321871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3" name="Google Shape;372;p23">
            <a:extLst>
              <a:ext uri="{FF2B5EF4-FFF2-40B4-BE49-F238E27FC236}">
                <a16:creationId xmlns:a16="http://schemas.microsoft.com/office/drawing/2014/main" id="{A61E0A37-C70D-B37E-F023-6C8260747292}"/>
              </a:ext>
            </a:extLst>
          </p:cNvPr>
          <p:cNvSpPr/>
          <p:nvPr/>
        </p:nvSpPr>
        <p:spPr>
          <a:xfrm>
            <a:off x="367417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E0EAF5D7-FAA1-0039-DE05-F9C88919C96D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0667CD0B-8E36-1EC8-F196-D636FC6C5168}"/>
              </a:ext>
            </a:extLst>
          </p:cNvPr>
          <p:cNvSpPr/>
          <p:nvPr/>
        </p:nvSpPr>
        <p:spPr>
          <a:xfrm>
            <a:off x="57266" y="464550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345A5AFB-4287-3506-3ADA-625DE8183CCD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79F9EA41-9590-2C34-3818-264D54628EE7}"/>
              </a:ext>
            </a:extLst>
          </p:cNvPr>
          <p:cNvSpPr txBox="1"/>
          <p:nvPr/>
        </p:nvSpPr>
        <p:spPr>
          <a:xfrm>
            <a:off x="-68764" y="460914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97355B2A-B4D8-9708-E7D4-FBA47F5941FE}"/>
              </a:ext>
            </a:extLst>
          </p:cNvPr>
          <p:cNvSpPr txBox="1"/>
          <p:nvPr/>
        </p:nvSpPr>
        <p:spPr>
          <a:xfrm>
            <a:off x="1756984" y="466313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5B3B5605-5823-670B-1E95-E5C44644406D}"/>
              </a:ext>
            </a:extLst>
          </p:cNvPr>
          <p:cNvSpPr txBox="1"/>
          <p:nvPr/>
        </p:nvSpPr>
        <p:spPr>
          <a:xfrm>
            <a:off x="3658699" y="46537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16681AE3-7CED-2BBD-C345-137515D9621A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4" name="Google Shape;76;p10">
            <a:extLst>
              <a:ext uri="{FF2B5EF4-FFF2-40B4-BE49-F238E27FC236}">
                <a16:creationId xmlns:a16="http://schemas.microsoft.com/office/drawing/2014/main" id="{3C4FB9F7-DEDA-86B9-5777-2D11DD30822F}"/>
              </a:ext>
            </a:extLst>
          </p:cNvPr>
          <p:cNvSpPr txBox="1"/>
          <p:nvPr/>
        </p:nvSpPr>
        <p:spPr>
          <a:xfrm>
            <a:off x="7366681" y="463167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02281772-5810-0530-105C-5673F55DA88A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85ECA08F-3704-887D-0634-C929914286A8}"/>
              </a:ext>
            </a:extLst>
          </p:cNvPr>
          <p:cNvSpPr txBox="1"/>
          <p:nvPr/>
        </p:nvSpPr>
        <p:spPr>
          <a:xfrm>
            <a:off x="-72490" y="285232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7" name="Google Shape;76;p10">
            <a:extLst>
              <a:ext uri="{FF2B5EF4-FFF2-40B4-BE49-F238E27FC236}">
                <a16:creationId xmlns:a16="http://schemas.microsoft.com/office/drawing/2014/main" id="{062DE36D-2873-4FED-6E74-315B41A3C592}"/>
              </a:ext>
            </a:extLst>
          </p:cNvPr>
          <p:cNvSpPr txBox="1"/>
          <p:nvPr/>
        </p:nvSpPr>
        <p:spPr>
          <a:xfrm>
            <a:off x="5914388" y="6401672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8" name="Google Shape;76;p10">
            <a:extLst>
              <a:ext uri="{FF2B5EF4-FFF2-40B4-BE49-F238E27FC236}">
                <a16:creationId xmlns:a16="http://schemas.microsoft.com/office/drawing/2014/main" id="{617DC31E-736B-DB88-7568-6BE57E7A17CA}"/>
              </a:ext>
            </a:extLst>
          </p:cNvPr>
          <p:cNvSpPr txBox="1"/>
          <p:nvPr/>
        </p:nvSpPr>
        <p:spPr>
          <a:xfrm>
            <a:off x="3993435" y="640898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9" name="Google Shape;76;p10">
            <a:extLst>
              <a:ext uri="{FF2B5EF4-FFF2-40B4-BE49-F238E27FC236}">
                <a16:creationId xmlns:a16="http://schemas.microsoft.com/office/drawing/2014/main" id="{B5A29C26-CAD9-358C-FBBC-0191ED724B51}"/>
              </a:ext>
            </a:extLst>
          </p:cNvPr>
          <p:cNvSpPr txBox="1"/>
          <p:nvPr/>
        </p:nvSpPr>
        <p:spPr>
          <a:xfrm>
            <a:off x="2164894" y="641995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0" name="Google Shape;76;p10">
            <a:extLst>
              <a:ext uri="{FF2B5EF4-FFF2-40B4-BE49-F238E27FC236}">
                <a16:creationId xmlns:a16="http://schemas.microsoft.com/office/drawing/2014/main" id="{044F8A4B-46AE-22C6-2BE3-113CE9B424AD}"/>
              </a:ext>
            </a:extLst>
          </p:cNvPr>
          <p:cNvSpPr txBox="1"/>
          <p:nvPr/>
        </p:nvSpPr>
        <p:spPr>
          <a:xfrm>
            <a:off x="190704" y="6428881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7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A2747EF7-7B1F-A464-D758-9361E8DB737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19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E8404F6A-342B-45FB-F37D-0C4734B90CD9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sp>
        <p:nvSpPr>
          <p:cNvPr id="20" name="Google Shape;75;p10">
            <a:extLst>
              <a:ext uri="{FF2B5EF4-FFF2-40B4-BE49-F238E27FC236}">
                <a16:creationId xmlns:a16="http://schemas.microsoft.com/office/drawing/2014/main" id="{C023084D-4112-292C-6871-9A4E014028EA}"/>
              </a:ext>
            </a:extLst>
          </p:cNvPr>
          <p:cNvSpPr txBox="1"/>
          <p:nvPr/>
        </p:nvSpPr>
        <p:spPr>
          <a:xfrm>
            <a:off x="3285357" y="466219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21" name="Google Shape;132;p1">
            <a:extLst>
              <a:ext uri="{FF2B5EF4-FFF2-40B4-BE49-F238E27FC236}">
                <a16:creationId xmlns:a16="http://schemas.microsoft.com/office/drawing/2014/main" id="{CE1C19DF-5697-828A-7B5E-9EA2017844A8}"/>
              </a:ext>
            </a:extLst>
          </p:cNvPr>
          <p:cNvPicPr preferRelativeResize="0"/>
          <p:nvPr/>
        </p:nvPicPr>
        <p:blipFill rotWithShape="1"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صورة 4">
            <a:extLst>
              <a:ext uri="{FF2B5EF4-FFF2-40B4-BE49-F238E27FC236}">
                <a16:creationId xmlns:a16="http://schemas.microsoft.com/office/drawing/2014/main" id="{7A3FC291-7408-4096-FC29-1AD3EBBDA644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99473" y="5060690"/>
            <a:ext cx="1657114" cy="1273314"/>
          </a:xfrm>
          <a:prstGeom prst="rect">
            <a:avLst/>
          </a:prstGeom>
        </p:spPr>
      </p:pic>
      <p:pic>
        <p:nvPicPr>
          <p:cNvPr id="8" name="صورة 4">
            <a:extLst>
              <a:ext uri="{FF2B5EF4-FFF2-40B4-BE49-F238E27FC236}">
                <a16:creationId xmlns:a16="http://schemas.microsoft.com/office/drawing/2014/main" id="{F201BA2C-85BE-6D8E-AD49-42AB287716FB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16118" y="5060690"/>
            <a:ext cx="1657114" cy="1300809"/>
          </a:xfrm>
          <a:prstGeom prst="rect">
            <a:avLst/>
          </a:prstGeom>
        </p:spPr>
      </p:pic>
      <p:sp>
        <p:nvSpPr>
          <p:cNvPr id="9" name="Google Shape;75;p10">
            <a:extLst>
              <a:ext uri="{FF2B5EF4-FFF2-40B4-BE49-F238E27FC236}">
                <a16:creationId xmlns:a16="http://schemas.microsoft.com/office/drawing/2014/main" id="{711DAE82-1456-E086-3F09-166FEF21ECF3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" name="Google Shape;76;p10">
            <a:extLst>
              <a:ext uri="{FF2B5EF4-FFF2-40B4-BE49-F238E27FC236}">
                <a16:creationId xmlns:a16="http://schemas.microsoft.com/office/drawing/2014/main" id="{21BA1102-1ED5-4AE3-9430-8A217942FAEE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35" name="صورة 4">
            <a:extLst>
              <a:ext uri="{FF2B5EF4-FFF2-40B4-BE49-F238E27FC236}">
                <a16:creationId xmlns:a16="http://schemas.microsoft.com/office/drawing/2014/main" id="{8E7137C1-CDAB-FF90-3042-E49A226E66EF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149"/>
          <a:stretch>
            <a:fillRect/>
          </a:stretch>
        </p:blipFill>
        <p:spPr>
          <a:xfrm>
            <a:off x="1915931" y="3352933"/>
            <a:ext cx="1657114" cy="1247434"/>
          </a:xfrm>
          <a:prstGeom prst="rect">
            <a:avLst/>
          </a:prstGeom>
        </p:spPr>
      </p:pic>
      <p:pic>
        <p:nvPicPr>
          <p:cNvPr id="37" name="صورة 4">
            <a:extLst>
              <a:ext uri="{FF2B5EF4-FFF2-40B4-BE49-F238E27FC236}">
                <a16:creationId xmlns:a16="http://schemas.microsoft.com/office/drawing/2014/main" id="{22E7F4F0-B5E1-B431-5387-1AA1BB306627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154" y="3288429"/>
            <a:ext cx="1644225" cy="1300948"/>
          </a:xfrm>
          <a:prstGeom prst="rect">
            <a:avLst/>
          </a:prstGeom>
        </p:spPr>
      </p:pic>
      <p:pic>
        <p:nvPicPr>
          <p:cNvPr id="38" name="صورة 4">
            <a:extLst>
              <a:ext uri="{FF2B5EF4-FFF2-40B4-BE49-F238E27FC236}">
                <a16:creationId xmlns:a16="http://schemas.microsoft.com/office/drawing/2014/main" id="{54BBB70C-ADD1-77A2-5096-E52E93E2154C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30169" y="1589330"/>
            <a:ext cx="1657113" cy="1211610"/>
          </a:xfrm>
          <a:prstGeom prst="rect">
            <a:avLst/>
          </a:prstGeom>
        </p:spPr>
      </p:pic>
      <p:pic>
        <p:nvPicPr>
          <p:cNvPr id="40" name="صورة 4">
            <a:extLst>
              <a:ext uri="{FF2B5EF4-FFF2-40B4-BE49-F238E27FC236}">
                <a16:creationId xmlns:a16="http://schemas.microsoft.com/office/drawing/2014/main" id="{36DE42FB-644E-D5B3-B1F5-5699BB09F480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240"/>
          <a:stretch>
            <a:fillRect/>
          </a:stretch>
        </p:blipFill>
        <p:spPr>
          <a:xfrm>
            <a:off x="5689124" y="1587715"/>
            <a:ext cx="1631618" cy="1211611"/>
          </a:xfrm>
          <a:prstGeom prst="rect">
            <a:avLst/>
          </a:prstGeom>
        </p:spPr>
      </p:pic>
      <p:pic>
        <p:nvPicPr>
          <p:cNvPr id="41" name="صورة 4">
            <a:extLst>
              <a:ext uri="{FF2B5EF4-FFF2-40B4-BE49-F238E27FC236}">
                <a16:creationId xmlns:a16="http://schemas.microsoft.com/office/drawing/2014/main" id="{881884F5-9446-66B3-51B0-8F81FE2232AE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449"/>
          <a:stretch>
            <a:fillRect/>
          </a:stretch>
        </p:blipFill>
        <p:spPr>
          <a:xfrm>
            <a:off x="3792598" y="1587493"/>
            <a:ext cx="1648616" cy="1192648"/>
          </a:xfrm>
          <a:prstGeom prst="rect">
            <a:avLst/>
          </a:prstGeom>
        </p:spPr>
      </p:pic>
      <p:pic>
        <p:nvPicPr>
          <p:cNvPr id="42" name="صورة 4">
            <a:extLst>
              <a:ext uri="{FF2B5EF4-FFF2-40B4-BE49-F238E27FC236}">
                <a16:creationId xmlns:a16="http://schemas.microsoft.com/office/drawing/2014/main" id="{65146F53-B3D8-8FFA-FBDA-441378B7206A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726"/>
          <a:stretch>
            <a:fillRect/>
          </a:stretch>
        </p:blipFill>
        <p:spPr>
          <a:xfrm>
            <a:off x="1898341" y="1587494"/>
            <a:ext cx="1663341" cy="1181686"/>
          </a:xfrm>
          <a:prstGeom prst="rect">
            <a:avLst/>
          </a:prstGeom>
        </p:spPr>
      </p:pic>
      <p:pic>
        <p:nvPicPr>
          <p:cNvPr id="43" name="صورة 4">
            <a:extLst>
              <a:ext uri="{FF2B5EF4-FFF2-40B4-BE49-F238E27FC236}">
                <a16:creationId xmlns:a16="http://schemas.microsoft.com/office/drawing/2014/main" id="{7D223474-EADA-3F5D-DB89-115639307111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0280" y="1587493"/>
            <a:ext cx="1601171" cy="1145623"/>
          </a:xfrm>
          <a:prstGeom prst="rect">
            <a:avLst/>
          </a:prstGeom>
        </p:spPr>
      </p:pic>
      <p:pic>
        <p:nvPicPr>
          <p:cNvPr id="44" name="صورة 4">
            <a:extLst>
              <a:ext uri="{FF2B5EF4-FFF2-40B4-BE49-F238E27FC236}">
                <a16:creationId xmlns:a16="http://schemas.microsoft.com/office/drawing/2014/main" id="{285BBD47-2CE7-205F-C0EE-CB7F6F079327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336"/>
          <a:stretch>
            <a:fillRect/>
          </a:stretch>
        </p:blipFill>
        <p:spPr>
          <a:xfrm>
            <a:off x="7530169" y="3348332"/>
            <a:ext cx="1657113" cy="1186896"/>
          </a:xfrm>
          <a:prstGeom prst="rect">
            <a:avLst/>
          </a:prstGeom>
        </p:spPr>
      </p:pic>
      <p:pic>
        <p:nvPicPr>
          <p:cNvPr id="45" name="صورة 4">
            <a:extLst>
              <a:ext uri="{FF2B5EF4-FFF2-40B4-BE49-F238E27FC236}">
                <a16:creationId xmlns:a16="http://schemas.microsoft.com/office/drawing/2014/main" id="{068E6F73-D0B1-C3EE-7AD1-BF29303EB6A2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63628" y="3348331"/>
            <a:ext cx="1635626" cy="1219927"/>
          </a:xfrm>
          <a:prstGeom prst="rect">
            <a:avLst/>
          </a:prstGeom>
        </p:spPr>
      </p:pic>
      <p:pic>
        <p:nvPicPr>
          <p:cNvPr id="46" name="صورة 4">
            <a:extLst>
              <a:ext uri="{FF2B5EF4-FFF2-40B4-BE49-F238E27FC236}">
                <a16:creationId xmlns:a16="http://schemas.microsoft.com/office/drawing/2014/main" id="{0E211F36-A351-9D92-094C-FF307900792B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5197"/>
          <a:stretch>
            <a:fillRect/>
          </a:stretch>
        </p:blipFill>
        <p:spPr>
          <a:xfrm>
            <a:off x="3784100" y="3348319"/>
            <a:ext cx="1648614" cy="124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699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8C96E-A5D1-442F-7D8E-E560C85E8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89C04611-F8C7-0B8E-3D64-9DC1DCFA5A50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BBE513BC-2C4F-9AF2-6DE4-304E4D7642F7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0DBF40A2-57BF-DB97-7FD8-E2F5772F2C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2AED3B35-17BA-5E30-5949-EF4D8EE6B0A5}"/>
              </a:ext>
            </a:extLst>
          </p:cNvPr>
          <p:cNvGrpSpPr/>
          <p:nvPr/>
        </p:nvGrpSpPr>
        <p:grpSpPr>
          <a:xfrm>
            <a:off x="0" y="6658993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C971B5D7-D673-344F-2FB7-F769DD927A30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E93EAEA0-543C-198A-7E52-C7CC1885659B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949CD122-FE53-5E24-240A-A6C88C3060B6}"/>
              </a:ext>
            </a:extLst>
          </p:cNvPr>
          <p:cNvSpPr txBox="1"/>
          <p:nvPr/>
        </p:nvSpPr>
        <p:spPr>
          <a:xfrm>
            <a:off x="9531024" y="6253460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6ACA4020-996B-1FE9-86E0-9AE892E5E817}"/>
              </a:ext>
            </a:extLst>
          </p:cNvPr>
          <p:cNvSpPr/>
          <p:nvPr/>
        </p:nvSpPr>
        <p:spPr>
          <a:xfrm>
            <a:off x="7530169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441E1FFA-EE58-CFD6-A44F-41059254FD35}"/>
              </a:ext>
            </a:extLst>
          </p:cNvPr>
          <p:cNvSpPr txBox="1"/>
          <p:nvPr/>
        </p:nvSpPr>
        <p:spPr>
          <a:xfrm>
            <a:off x="7342230" y="28241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10145C02-EAD4-E92D-2587-7DE6EB92A29C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10A62A4B-5CE0-1C90-156C-1AF7644047E4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220B6BA6-F2CE-B179-7CD7-1440B2061627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C7A6D6B0-1DF2-C6B3-DC16-1DEDEF3B5B55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1AA1E9C5-C42C-6DAB-15E3-7A1D5BEE321E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7" name="Google Shape;372;p23">
            <a:extLst>
              <a:ext uri="{FF2B5EF4-FFF2-40B4-BE49-F238E27FC236}">
                <a16:creationId xmlns:a16="http://schemas.microsoft.com/office/drawing/2014/main" id="{EB7FD42A-44E1-919F-3A70-09A5B012F4F1}"/>
              </a:ext>
            </a:extLst>
          </p:cNvPr>
          <p:cNvSpPr/>
          <p:nvPr/>
        </p:nvSpPr>
        <p:spPr>
          <a:xfrm>
            <a:off x="6086991" y="6428322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CEC5FDD9-1625-788A-A212-8E3770F98C2C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9DDCA9AA-0C7B-4F48-74E8-7A95EA134213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3BE805FC-5CDF-5D05-DA18-EA7A4FAE86BF}"/>
              </a:ext>
            </a:extLst>
          </p:cNvPr>
          <p:cNvSpPr/>
          <p:nvPr/>
        </p:nvSpPr>
        <p:spPr>
          <a:xfrm>
            <a:off x="3784099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372;p23">
            <a:extLst>
              <a:ext uri="{FF2B5EF4-FFF2-40B4-BE49-F238E27FC236}">
                <a16:creationId xmlns:a16="http://schemas.microsoft.com/office/drawing/2014/main" id="{9778EAC0-4ACB-02B8-1D12-58F1243E69C3}"/>
              </a:ext>
            </a:extLst>
          </p:cNvPr>
          <p:cNvSpPr/>
          <p:nvPr/>
        </p:nvSpPr>
        <p:spPr>
          <a:xfrm>
            <a:off x="4199473" y="642998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5CDDDB49-662C-6985-16E2-68CBBD4A6C9C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F9193CEF-240B-0DE8-FA70-98CA8A4D7AAC}"/>
              </a:ext>
            </a:extLst>
          </p:cNvPr>
          <p:cNvSpPr/>
          <p:nvPr/>
        </p:nvSpPr>
        <p:spPr>
          <a:xfrm>
            <a:off x="1915930" y="470604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372;p23">
            <a:extLst>
              <a:ext uri="{FF2B5EF4-FFF2-40B4-BE49-F238E27FC236}">
                <a16:creationId xmlns:a16="http://schemas.microsoft.com/office/drawing/2014/main" id="{26B0913F-A8FC-E665-87DD-8C7CC19C6575}"/>
              </a:ext>
            </a:extLst>
          </p:cNvPr>
          <p:cNvSpPr/>
          <p:nvPr/>
        </p:nvSpPr>
        <p:spPr>
          <a:xfrm>
            <a:off x="2321871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3" name="Google Shape;372;p23">
            <a:extLst>
              <a:ext uri="{FF2B5EF4-FFF2-40B4-BE49-F238E27FC236}">
                <a16:creationId xmlns:a16="http://schemas.microsoft.com/office/drawing/2014/main" id="{41B1F30C-6042-B004-AA28-3BEBE5F214C5}"/>
              </a:ext>
            </a:extLst>
          </p:cNvPr>
          <p:cNvSpPr/>
          <p:nvPr/>
        </p:nvSpPr>
        <p:spPr>
          <a:xfrm>
            <a:off x="367417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3E8111B3-A95A-EFCE-510F-02EC31342729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951FF8DE-A759-FE0B-A488-8953129F8CC3}"/>
              </a:ext>
            </a:extLst>
          </p:cNvPr>
          <p:cNvSpPr/>
          <p:nvPr/>
        </p:nvSpPr>
        <p:spPr>
          <a:xfrm>
            <a:off x="57266" y="470990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ECB44A52-5740-5AF3-7207-7CF0AD2738BA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2B58A970-9989-5292-1CEE-247323A1338A}"/>
              </a:ext>
            </a:extLst>
          </p:cNvPr>
          <p:cNvSpPr txBox="1"/>
          <p:nvPr/>
        </p:nvSpPr>
        <p:spPr>
          <a:xfrm>
            <a:off x="-58762" y="4674932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F35938C5-CBCE-3371-3BE6-074BCD786ABC}"/>
              </a:ext>
            </a:extLst>
          </p:cNvPr>
          <p:cNvSpPr txBox="1"/>
          <p:nvPr/>
        </p:nvSpPr>
        <p:spPr>
          <a:xfrm>
            <a:off x="1756984" y="466313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B4523D93-69EC-EAAF-1D30-7EB0CD97F16A}"/>
              </a:ext>
            </a:extLst>
          </p:cNvPr>
          <p:cNvSpPr txBox="1"/>
          <p:nvPr/>
        </p:nvSpPr>
        <p:spPr>
          <a:xfrm>
            <a:off x="3658699" y="46537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2A14F7A4-BE62-728F-87BD-8056FD6A1B7B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4" name="Google Shape;76;p10">
            <a:extLst>
              <a:ext uri="{FF2B5EF4-FFF2-40B4-BE49-F238E27FC236}">
                <a16:creationId xmlns:a16="http://schemas.microsoft.com/office/drawing/2014/main" id="{D601C477-F5A5-525A-0974-1D230C886766}"/>
              </a:ext>
            </a:extLst>
          </p:cNvPr>
          <p:cNvSpPr txBox="1"/>
          <p:nvPr/>
        </p:nvSpPr>
        <p:spPr>
          <a:xfrm>
            <a:off x="7366681" y="463167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70CB19EF-5AD6-60B9-EA7D-F5FED3B6367C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97C45D5F-D06C-6022-CA07-429764540A54}"/>
              </a:ext>
            </a:extLst>
          </p:cNvPr>
          <p:cNvSpPr txBox="1"/>
          <p:nvPr/>
        </p:nvSpPr>
        <p:spPr>
          <a:xfrm>
            <a:off x="-135470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7" name="Google Shape;76;p10">
            <a:extLst>
              <a:ext uri="{FF2B5EF4-FFF2-40B4-BE49-F238E27FC236}">
                <a16:creationId xmlns:a16="http://schemas.microsoft.com/office/drawing/2014/main" id="{73BD3104-DCFB-BDEB-D20D-EEB8C228A216}"/>
              </a:ext>
            </a:extLst>
          </p:cNvPr>
          <p:cNvSpPr txBox="1"/>
          <p:nvPr/>
        </p:nvSpPr>
        <p:spPr>
          <a:xfrm>
            <a:off x="5964266" y="638707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8" name="Google Shape;76;p10">
            <a:extLst>
              <a:ext uri="{FF2B5EF4-FFF2-40B4-BE49-F238E27FC236}">
                <a16:creationId xmlns:a16="http://schemas.microsoft.com/office/drawing/2014/main" id="{60AC59E0-0703-FF94-D0D3-3ECF55DBCDF8}"/>
              </a:ext>
            </a:extLst>
          </p:cNvPr>
          <p:cNvSpPr txBox="1"/>
          <p:nvPr/>
        </p:nvSpPr>
        <p:spPr>
          <a:xfrm>
            <a:off x="3993435" y="640898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9" name="Google Shape;76;p10">
            <a:extLst>
              <a:ext uri="{FF2B5EF4-FFF2-40B4-BE49-F238E27FC236}">
                <a16:creationId xmlns:a16="http://schemas.microsoft.com/office/drawing/2014/main" id="{8AD7A9B0-CD89-E982-BEFB-B0850A1A9C17}"/>
              </a:ext>
            </a:extLst>
          </p:cNvPr>
          <p:cNvSpPr txBox="1"/>
          <p:nvPr/>
        </p:nvSpPr>
        <p:spPr>
          <a:xfrm>
            <a:off x="2164894" y="641995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0" name="Google Shape;76;p10">
            <a:extLst>
              <a:ext uri="{FF2B5EF4-FFF2-40B4-BE49-F238E27FC236}">
                <a16:creationId xmlns:a16="http://schemas.microsoft.com/office/drawing/2014/main" id="{8FDADE9E-A43D-F824-5AC5-68A07E5B4228}"/>
              </a:ext>
            </a:extLst>
          </p:cNvPr>
          <p:cNvSpPr txBox="1"/>
          <p:nvPr/>
        </p:nvSpPr>
        <p:spPr>
          <a:xfrm>
            <a:off x="190704" y="6428881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24" name="صورة 23">
            <a:extLst>
              <a:ext uri="{FF2B5EF4-FFF2-40B4-BE49-F238E27FC236}">
                <a16:creationId xmlns:a16="http://schemas.microsoft.com/office/drawing/2014/main" id="{921AF2E1-B7C6-E721-A1F6-FB0572E99A2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463"/>
          <a:stretch>
            <a:fillRect/>
          </a:stretch>
        </p:blipFill>
        <p:spPr>
          <a:xfrm>
            <a:off x="6086991" y="5117789"/>
            <a:ext cx="1657114" cy="1258938"/>
          </a:xfrm>
          <a:prstGeom prst="rect">
            <a:avLst/>
          </a:prstGeom>
        </p:spPr>
      </p:pic>
      <p:pic>
        <p:nvPicPr>
          <p:cNvPr id="26" name="صورة 25">
            <a:extLst>
              <a:ext uri="{FF2B5EF4-FFF2-40B4-BE49-F238E27FC236}">
                <a16:creationId xmlns:a16="http://schemas.microsoft.com/office/drawing/2014/main" id="{7535D090-E71F-899E-50C0-4F15F0F0A52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532"/>
          <a:stretch>
            <a:fillRect/>
          </a:stretch>
        </p:blipFill>
        <p:spPr>
          <a:xfrm>
            <a:off x="4220280" y="5117790"/>
            <a:ext cx="1615501" cy="1301226"/>
          </a:xfrm>
          <a:prstGeom prst="rect">
            <a:avLst/>
          </a:prstGeom>
        </p:spPr>
      </p:pic>
      <p:sp>
        <p:nvSpPr>
          <p:cNvPr id="10" name="Google Shape;79;p10">
            <a:extLst>
              <a:ext uri="{FF2B5EF4-FFF2-40B4-BE49-F238E27FC236}">
                <a16:creationId xmlns:a16="http://schemas.microsoft.com/office/drawing/2014/main" id="{075C0EE3-82C1-85CE-5991-78683ABE62B1}"/>
              </a:ext>
            </a:extLst>
          </p:cNvPr>
          <p:cNvSpPr txBox="1"/>
          <p:nvPr/>
        </p:nvSpPr>
        <p:spPr>
          <a:xfrm>
            <a:off x="3417970" y="850502"/>
            <a:ext cx="4956395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 ابتدائية المزرق بنين)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5EB63C82-A2A7-B61B-CA1A-903495EA095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13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5A1E1290-EEF4-E4B2-A7D0-9D57AEE00CEE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sp>
        <p:nvSpPr>
          <p:cNvPr id="14" name="Google Shape;75;p10">
            <a:extLst>
              <a:ext uri="{FF2B5EF4-FFF2-40B4-BE49-F238E27FC236}">
                <a16:creationId xmlns:a16="http://schemas.microsoft.com/office/drawing/2014/main" id="{CC86A589-D13E-57DE-8C13-BE0EF7E21DE8}"/>
              </a:ext>
            </a:extLst>
          </p:cNvPr>
          <p:cNvSpPr txBox="1"/>
          <p:nvPr/>
        </p:nvSpPr>
        <p:spPr>
          <a:xfrm>
            <a:off x="3146590" y="456265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5" name="Google Shape;132;p1">
            <a:extLst>
              <a:ext uri="{FF2B5EF4-FFF2-40B4-BE49-F238E27FC236}">
                <a16:creationId xmlns:a16="http://schemas.microsoft.com/office/drawing/2014/main" id="{ED902868-20D4-FE91-E91A-74D2602EB39D}"/>
              </a:ext>
            </a:extLst>
          </p:cNvPr>
          <p:cNvPicPr preferRelativeResize="0"/>
          <p:nvPr/>
        </p:nvPicPr>
        <p:blipFill rotWithShape="1"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شكل حر: شكل 30">
            <a:extLst>
              <a:ext uri="{FF2B5EF4-FFF2-40B4-BE49-F238E27FC236}">
                <a16:creationId xmlns:a16="http://schemas.microsoft.com/office/drawing/2014/main" id="{96DCEE4E-6873-38CD-5086-DEE2F1BE13D9}"/>
              </a:ext>
            </a:extLst>
          </p:cNvPr>
          <p:cNvSpPr/>
          <p:nvPr/>
        </p:nvSpPr>
        <p:spPr>
          <a:xfrm rot="2700000">
            <a:off x="9647580" y="691527"/>
            <a:ext cx="4752000" cy="4278591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blipFill dpi="0" rotWithShape="0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2"/>
            </a:stretch>
          </a:blipFill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1" eaLnBrk="1" latinLnBrk="0" hangingPunct="1"/>
            <a:endParaRPr lang="ar-SA"/>
          </a:p>
        </p:txBody>
      </p:sp>
      <p:pic>
        <p:nvPicPr>
          <p:cNvPr id="7" name="صورة 25">
            <a:extLst>
              <a:ext uri="{FF2B5EF4-FFF2-40B4-BE49-F238E27FC236}">
                <a16:creationId xmlns:a16="http://schemas.microsoft.com/office/drawing/2014/main" id="{793CE453-2F49-09BD-91A9-E3DFA4594B5B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686"/>
          <a:stretch>
            <a:fillRect/>
          </a:stretch>
        </p:blipFill>
        <p:spPr>
          <a:xfrm>
            <a:off x="2321871" y="5117789"/>
            <a:ext cx="1657114" cy="1283946"/>
          </a:xfrm>
          <a:prstGeom prst="rect">
            <a:avLst/>
          </a:prstGeom>
        </p:spPr>
      </p:pic>
      <p:sp>
        <p:nvSpPr>
          <p:cNvPr id="20" name="Google Shape;76;p10">
            <a:extLst>
              <a:ext uri="{FF2B5EF4-FFF2-40B4-BE49-F238E27FC236}">
                <a16:creationId xmlns:a16="http://schemas.microsoft.com/office/drawing/2014/main" id="{D857820A-9366-ABF5-EB85-41EBA5B10942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0" name="Google Shape;75;p10">
            <a:extLst>
              <a:ext uri="{FF2B5EF4-FFF2-40B4-BE49-F238E27FC236}">
                <a16:creationId xmlns:a16="http://schemas.microsoft.com/office/drawing/2014/main" id="{1A0FE41C-D358-F5C5-07CC-B0CFB46402D9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3" name="صورة 25">
            <a:extLst>
              <a:ext uri="{FF2B5EF4-FFF2-40B4-BE49-F238E27FC236}">
                <a16:creationId xmlns:a16="http://schemas.microsoft.com/office/drawing/2014/main" id="{730696B7-5FC8-F263-586D-51B54B638583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77"/>
          <a:stretch>
            <a:fillRect/>
          </a:stretch>
        </p:blipFill>
        <p:spPr>
          <a:xfrm>
            <a:off x="367417" y="5122228"/>
            <a:ext cx="1701216" cy="1216428"/>
          </a:xfrm>
          <a:prstGeom prst="rect">
            <a:avLst/>
          </a:prstGeom>
        </p:spPr>
      </p:pic>
      <p:pic>
        <p:nvPicPr>
          <p:cNvPr id="5" name="صورة 4">
            <a:extLst>
              <a:ext uri="{FF2B5EF4-FFF2-40B4-BE49-F238E27FC236}">
                <a16:creationId xmlns:a16="http://schemas.microsoft.com/office/drawing/2014/main" id="{F845328A-DC6F-9AFA-88C4-5F7C27B9DE4D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045"/>
          <a:stretch>
            <a:fillRect/>
          </a:stretch>
        </p:blipFill>
        <p:spPr>
          <a:xfrm>
            <a:off x="5668460" y="1578529"/>
            <a:ext cx="1658851" cy="1172823"/>
          </a:xfrm>
          <a:prstGeom prst="rect">
            <a:avLst/>
          </a:prstGeom>
        </p:spPr>
      </p:pic>
      <p:pic>
        <p:nvPicPr>
          <p:cNvPr id="11" name="صورة 4">
            <a:extLst>
              <a:ext uri="{FF2B5EF4-FFF2-40B4-BE49-F238E27FC236}">
                <a16:creationId xmlns:a16="http://schemas.microsoft.com/office/drawing/2014/main" id="{9CFC02D4-0898-2BC3-6C3B-588B2D7F4313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827"/>
          <a:stretch>
            <a:fillRect/>
          </a:stretch>
        </p:blipFill>
        <p:spPr>
          <a:xfrm>
            <a:off x="3800098" y="3326676"/>
            <a:ext cx="1631685" cy="1202898"/>
          </a:xfrm>
          <a:prstGeom prst="rect">
            <a:avLst/>
          </a:prstGeom>
        </p:spPr>
      </p:pic>
      <p:pic>
        <p:nvPicPr>
          <p:cNvPr id="19" name="صورة 4">
            <a:extLst>
              <a:ext uri="{FF2B5EF4-FFF2-40B4-BE49-F238E27FC236}">
                <a16:creationId xmlns:a16="http://schemas.microsoft.com/office/drawing/2014/main" id="{5900C302-F15C-6D40-07AF-DC63E70DD44D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908"/>
          <a:stretch>
            <a:fillRect/>
          </a:stretch>
        </p:blipFill>
        <p:spPr>
          <a:xfrm>
            <a:off x="3800098" y="1587715"/>
            <a:ext cx="1649613" cy="1153625"/>
          </a:xfrm>
          <a:prstGeom prst="rect">
            <a:avLst/>
          </a:prstGeom>
        </p:spPr>
      </p:pic>
      <p:pic>
        <p:nvPicPr>
          <p:cNvPr id="28" name="صورة 4">
            <a:extLst>
              <a:ext uri="{FF2B5EF4-FFF2-40B4-BE49-F238E27FC236}">
                <a16:creationId xmlns:a16="http://schemas.microsoft.com/office/drawing/2014/main" id="{2EDBE020-D290-4A4E-29AB-79BEC09B0411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199"/>
          <a:stretch>
            <a:fillRect/>
          </a:stretch>
        </p:blipFill>
        <p:spPr>
          <a:xfrm>
            <a:off x="85137" y="1572735"/>
            <a:ext cx="1638533" cy="1143606"/>
          </a:xfrm>
          <a:prstGeom prst="rect">
            <a:avLst/>
          </a:prstGeom>
        </p:spPr>
      </p:pic>
      <p:pic>
        <p:nvPicPr>
          <p:cNvPr id="29" name="صورة 4">
            <a:extLst>
              <a:ext uri="{FF2B5EF4-FFF2-40B4-BE49-F238E27FC236}">
                <a16:creationId xmlns:a16="http://schemas.microsoft.com/office/drawing/2014/main" id="{7F182E69-4CCA-AC9B-E115-8328C76837AA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37668" y="3356013"/>
            <a:ext cx="1649615" cy="1179296"/>
          </a:xfrm>
          <a:prstGeom prst="rect">
            <a:avLst/>
          </a:prstGeom>
          <a:blipFill>
            <a:blip r:embed="rId1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pic>
      <p:pic>
        <p:nvPicPr>
          <p:cNvPr id="30" name="صورة 4">
            <a:extLst>
              <a:ext uri="{FF2B5EF4-FFF2-40B4-BE49-F238E27FC236}">
                <a16:creationId xmlns:a16="http://schemas.microsoft.com/office/drawing/2014/main" id="{B514EB82-0BFE-3FA7-25D8-C870BA057FB9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669"/>
          <a:stretch>
            <a:fillRect/>
          </a:stretch>
        </p:blipFill>
        <p:spPr>
          <a:xfrm>
            <a:off x="5670197" y="3346330"/>
            <a:ext cx="1629057" cy="1203104"/>
          </a:xfrm>
          <a:prstGeom prst="rect">
            <a:avLst/>
          </a:prstGeom>
        </p:spPr>
      </p:pic>
      <p:pic>
        <p:nvPicPr>
          <p:cNvPr id="31" name="صورة 4">
            <a:extLst>
              <a:ext uri="{FF2B5EF4-FFF2-40B4-BE49-F238E27FC236}">
                <a16:creationId xmlns:a16="http://schemas.microsoft.com/office/drawing/2014/main" id="{69D68507-B86D-25C8-9A92-EDF4BD95F5A7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967"/>
          <a:stretch>
            <a:fillRect/>
          </a:stretch>
        </p:blipFill>
        <p:spPr>
          <a:xfrm>
            <a:off x="1898342" y="1572735"/>
            <a:ext cx="1666350" cy="1168605"/>
          </a:xfrm>
          <a:prstGeom prst="rect">
            <a:avLst/>
          </a:prstGeom>
        </p:spPr>
      </p:pic>
      <p:pic>
        <p:nvPicPr>
          <p:cNvPr id="32" name="صورة 4">
            <a:extLst>
              <a:ext uri="{FF2B5EF4-FFF2-40B4-BE49-F238E27FC236}">
                <a16:creationId xmlns:a16="http://schemas.microsoft.com/office/drawing/2014/main" id="{C84C5871-2CF6-D3D1-BE98-7449BEF3D16E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53"/>
          <a:stretch>
            <a:fillRect/>
          </a:stretch>
        </p:blipFill>
        <p:spPr>
          <a:xfrm>
            <a:off x="1912069" y="3313320"/>
            <a:ext cx="1649615" cy="1216254"/>
          </a:xfrm>
          <a:prstGeom prst="rect">
            <a:avLst/>
          </a:prstGeom>
        </p:spPr>
      </p:pic>
      <p:pic>
        <p:nvPicPr>
          <p:cNvPr id="33" name="صورة 4">
            <a:extLst>
              <a:ext uri="{FF2B5EF4-FFF2-40B4-BE49-F238E27FC236}">
                <a16:creationId xmlns:a16="http://schemas.microsoft.com/office/drawing/2014/main" id="{2D6A1C3B-5502-A8B4-31BE-C9E053F4DD0A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134"/>
          <a:stretch>
            <a:fillRect/>
          </a:stretch>
        </p:blipFill>
        <p:spPr>
          <a:xfrm>
            <a:off x="75847" y="3265659"/>
            <a:ext cx="1657114" cy="1263915"/>
          </a:xfrm>
          <a:prstGeom prst="rect">
            <a:avLst/>
          </a:prstGeom>
        </p:spPr>
      </p:pic>
      <p:pic>
        <p:nvPicPr>
          <p:cNvPr id="34" name="صورة 4">
            <a:extLst>
              <a:ext uri="{FF2B5EF4-FFF2-40B4-BE49-F238E27FC236}">
                <a16:creationId xmlns:a16="http://schemas.microsoft.com/office/drawing/2014/main" id="{2FCCB5F7-C83F-8CC1-B368-88ECA1A5D9F5}"/>
              </a:ext>
            </a:extLst>
          </p:cNvPr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598"/>
          <a:stretch>
            <a:fillRect/>
          </a:stretch>
        </p:blipFill>
        <p:spPr>
          <a:xfrm>
            <a:off x="7575307" y="1578529"/>
            <a:ext cx="1588044" cy="118292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16754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9A003-2FAF-9CED-4FEC-86737F519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5500D9CF-073B-274B-6B3E-BDBBFD073145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7682E9D0-30A1-6B5D-03F9-1D5231CDDC39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9D06377F-03BD-4632-AF51-179540BDDB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F1F7571A-F59C-0E09-E4F9-1765E3773296}"/>
              </a:ext>
            </a:extLst>
          </p:cNvPr>
          <p:cNvGrpSpPr/>
          <p:nvPr/>
        </p:nvGrpSpPr>
        <p:grpSpPr>
          <a:xfrm>
            <a:off x="0" y="6658993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2CD2A12D-30E6-30E0-8622-3EEA7F9D08B1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9CC514FA-D349-D45C-E3FE-079D397EA298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31" name="شكل حر: شكل 30">
            <a:extLst>
              <a:ext uri="{FF2B5EF4-FFF2-40B4-BE49-F238E27FC236}">
                <a16:creationId xmlns:a16="http://schemas.microsoft.com/office/drawing/2014/main" id="{8DCC0BA2-F4E4-65FF-105D-4AEF98A9ABC7}"/>
              </a:ext>
            </a:extLst>
          </p:cNvPr>
          <p:cNvSpPr/>
          <p:nvPr/>
        </p:nvSpPr>
        <p:spPr>
          <a:xfrm rot="2700000">
            <a:off x="9647363" y="692049"/>
            <a:ext cx="4753477" cy="4278591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noFill/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29" name="شكل حر: شكل 28">
            <a:extLst>
              <a:ext uri="{FF2B5EF4-FFF2-40B4-BE49-F238E27FC236}">
                <a16:creationId xmlns:a16="http://schemas.microsoft.com/office/drawing/2014/main" id="{2153D457-B6E5-0B07-9DC5-1EAD517B8E47}"/>
              </a:ext>
            </a:extLst>
          </p:cNvPr>
          <p:cNvSpPr/>
          <p:nvPr/>
        </p:nvSpPr>
        <p:spPr>
          <a:xfrm rot="2700000">
            <a:off x="9650108" y="724892"/>
            <a:ext cx="4817155" cy="4254889"/>
          </a:xfrm>
          <a:custGeom>
            <a:avLst/>
            <a:gdLst>
              <a:gd name="connsiteX0" fmla="*/ 398294 w 4589447"/>
              <a:gd name="connsiteY0" fmla="*/ 0 h 4191152"/>
              <a:gd name="connsiteX1" fmla="*/ 4589447 w 4589447"/>
              <a:gd name="connsiteY1" fmla="*/ 4191152 h 4191152"/>
              <a:gd name="connsiteX2" fmla="*/ 986068 w 4589447"/>
              <a:gd name="connsiteY2" fmla="*/ 4191152 h 4191152"/>
              <a:gd name="connsiteX3" fmla="*/ 0 w 4589447"/>
              <a:gd name="connsiteY3" fmla="*/ 3065411 h 4191152"/>
              <a:gd name="connsiteX4" fmla="*/ 0 w 4589447"/>
              <a:gd name="connsiteY4" fmla="*/ 454711 h 4191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9447" h="4191152">
                <a:moveTo>
                  <a:pt x="398294" y="0"/>
                </a:moveTo>
                <a:lnTo>
                  <a:pt x="4589447" y="4191152"/>
                </a:lnTo>
                <a:lnTo>
                  <a:pt x="986068" y="4191152"/>
                </a:lnTo>
                <a:cubicBezTo>
                  <a:pt x="441478" y="4191152"/>
                  <a:pt x="0" y="3687140"/>
                  <a:pt x="0" y="3065411"/>
                </a:cubicBezTo>
                <a:lnTo>
                  <a:pt x="0" y="454711"/>
                </a:lnTo>
                <a:close/>
              </a:path>
            </a:pathLst>
          </a:custGeom>
          <a:blipFill dpi="0" rotWithShape="0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1" eaLnBrk="1" latinLnBrk="0" hangingPunct="1"/>
            <a:endParaRPr lang="ar-SA"/>
          </a:p>
        </p:txBody>
      </p: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759DE338-230A-D5BB-1BCA-D6D88A389454}"/>
              </a:ext>
            </a:extLst>
          </p:cNvPr>
          <p:cNvSpPr txBox="1"/>
          <p:nvPr/>
        </p:nvSpPr>
        <p:spPr>
          <a:xfrm>
            <a:off x="9610731" y="6241970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8AF8F76C-3E2E-7F14-0D06-B74F917AFB00}"/>
              </a:ext>
            </a:extLst>
          </p:cNvPr>
          <p:cNvSpPr/>
          <p:nvPr/>
        </p:nvSpPr>
        <p:spPr>
          <a:xfrm>
            <a:off x="7530169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BC2D6295-0463-B4B1-B0F8-39FFD9C6826D}"/>
              </a:ext>
            </a:extLst>
          </p:cNvPr>
          <p:cNvSpPr txBox="1"/>
          <p:nvPr/>
        </p:nvSpPr>
        <p:spPr>
          <a:xfrm>
            <a:off x="7342230" y="28241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E2EC29AF-EB9B-DF87-7A9E-0CA53A8A6219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1628BB98-3EDF-49DE-0503-7442786EA1C4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06F3C1BE-2615-0384-C798-9A0E30C13B98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725F48AE-FC1C-A9AE-918F-440FCD8EF837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19B258C2-2D94-D396-9ABC-B1E84FED64FF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7" name="Google Shape;372;p23">
            <a:extLst>
              <a:ext uri="{FF2B5EF4-FFF2-40B4-BE49-F238E27FC236}">
                <a16:creationId xmlns:a16="http://schemas.microsoft.com/office/drawing/2014/main" id="{973F6E77-C639-E182-976B-42BDAEA806AF}"/>
              </a:ext>
            </a:extLst>
          </p:cNvPr>
          <p:cNvSpPr/>
          <p:nvPr/>
        </p:nvSpPr>
        <p:spPr>
          <a:xfrm>
            <a:off x="6086992" y="646423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58" name="صورة 4">
            <a:extLst>
              <a:ext uri="{FF2B5EF4-FFF2-40B4-BE49-F238E27FC236}">
                <a16:creationId xmlns:a16="http://schemas.microsoft.com/office/drawing/2014/main" id="{89051E83-55F9-A3D4-2DC4-6297AA66455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91" b="-2585"/>
          <a:stretch>
            <a:fillRect/>
          </a:stretch>
        </p:blipFill>
        <p:spPr>
          <a:xfrm>
            <a:off x="6081148" y="5095631"/>
            <a:ext cx="1657114" cy="1272327"/>
          </a:xfrm>
          <a:prstGeom prst="rect">
            <a:avLst/>
          </a:prstGeom>
        </p:spPr>
      </p:pic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D021AF44-5CEE-8D61-A81A-E7332E1CB192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8DC74EF8-2A02-6970-75FB-8A4F90911FD2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428BF2F5-47AC-32DA-6F59-8AF281DBC936}"/>
              </a:ext>
            </a:extLst>
          </p:cNvPr>
          <p:cNvSpPr/>
          <p:nvPr/>
        </p:nvSpPr>
        <p:spPr>
          <a:xfrm>
            <a:off x="3784099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372;p23">
            <a:extLst>
              <a:ext uri="{FF2B5EF4-FFF2-40B4-BE49-F238E27FC236}">
                <a16:creationId xmlns:a16="http://schemas.microsoft.com/office/drawing/2014/main" id="{FD8CD0FE-4472-4530-DB88-43A5C9A9B6FC}"/>
              </a:ext>
            </a:extLst>
          </p:cNvPr>
          <p:cNvSpPr/>
          <p:nvPr/>
        </p:nvSpPr>
        <p:spPr>
          <a:xfrm>
            <a:off x="4199473" y="642998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109A395A-D1B8-6755-1693-1C1D2A1D16ED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F141D47E-2334-8AB0-293F-4CAD0B369B03}"/>
              </a:ext>
            </a:extLst>
          </p:cNvPr>
          <p:cNvSpPr/>
          <p:nvPr/>
        </p:nvSpPr>
        <p:spPr>
          <a:xfrm>
            <a:off x="1915930" y="470604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372;p23">
            <a:extLst>
              <a:ext uri="{FF2B5EF4-FFF2-40B4-BE49-F238E27FC236}">
                <a16:creationId xmlns:a16="http://schemas.microsoft.com/office/drawing/2014/main" id="{1C455265-EC85-8377-9A1D-22196BBDAE14}"/>
              </a:ext>
            </a:extLst>
          </p:cNvPr>
          <p:cNvSpPr/>
          <p:nvPr/>
        </p:nvSpPr>
        <p:spPr>
          <a:xfrm>
            <a:off x="2321871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3" name="Google Shape;372;p23">
            <a:extLst>
              <a:ext uri="{FF2B5EF4-FFF2-40B4-BE49-F238E27FC236}">
                <a16:creationId xmlns:a16="http://schemas.microsoft.com/office/drawing/2014/main" id="{1E78517A-53D6-621F-4013-3DF1E63A7C96}"/>
              </a:ext>
            </a:extLst>
          </p:cNvPr>
          <p:cNvSpPr/>
          <p:nvPr/>
        </p:nvSpPr>
        <p:spPr>
          <a:xfrm>
            <a:off x="367417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1D5A4D51-12EA-5790-AD21-20ED33972BA2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3245795D-FF8C-9316-5C99-6AB0B16A7DB9}"/>
              </a:ext>
            </a:extLst>
          </p:cNvPr>
          <p:cNvSpPr/>
          <p:nvPr/>
        </p:nvSpPr>
        <p:spPr>
          <a:xfrm>
            <a:off x="57266" y="464550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92A782D9-21FA-0637-0171-EA95A8A3B961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A97F51A3-CF46-A656-EA7F-678665F8A513}"/>
              </a:ext>
            </a:extLst>
          </p:cNvPr>
          <p:cNvSpPr txBox="1"/>
          <p:nvPr/>
        </p:nvSpPr>
        <p:spPr>
          <a:xfrm>
            <a:off x="-68764" y="460914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8A89438E-F82D-3A82-D23F-9B0F67F8B75D}"/>
              </a:ext>
            </a:extLst>
          </p:cNvPr>
          <p:cNvSpPr txBox="1"/>
          <p:nvPr/>
        </p:nvSpPr>
        <p:spPr>
          <a:xfrm>
            <a:off x="1756984" y="466313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4CCBF164-6E03-0DCA-1434-E46C595536C4}"/>
              </a:ext>
            </a:extLst>
          </p:cNvPr>
          <p:cNvSpPr txBox="1"/>
          <p:nvPr/>
        </p:nvSpPr>
        <p:spPr>
          <a:xfrm>
            <a:off x="3658699" y="46537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198E047A-B183-EFBD-15E3-09ADD4A15D2A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4" name="Google Shape;76;p10">
            <a:extLst>
              <a:ext uri="{FF2B5EF4-FFF2-40B4-BE49-F238E27FC236}">
                <a16:creationId xmlns:a16="http://schemas.microsoft.com/office/drawing/2014/main" id="{CED2DE74-AA05-4CA8-2E0C-41305A098842}"/>
              </a:ext>
            </a:extLst>
          </p:cNvPr>
          <p:cNvSpPr txBox="1"/>
          <p:nvPr/>
        </p:nvSpPr>
        <p:spPr>
          <a:xfrm>
            <a:off x="7366681" y="463167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2D073A26-BD76-FB05-5C18-FCD15816A545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01F0A8E6-4794-856C-E077-70837807F324}"/>
              </a:ext>
            </a:extLst>
          </p:cNvPr>
          <p:cNvSpPr txBox="1"/>
          <p:nvPr/>
        </p:nvSpPr>
        <p:spPr>
          <a:xfrm>
            <a:off x="-135470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7" name="Google Shape;76;p10">
            <a:extLst>
              <a:ext uri="{FF2B5EF4-FFF2-40B4-BE49-F238E27FC236}">
                <a16:creationId xmlns:a16="http://schemas.microsoft.com/office/drawing/2014/main" id="{ED33C3EA-1F8F-4955-8A77-AE4C199CAE1C}"/>
              </a:ext>
            </a:extLst>
          </p:cNvPr>
          <p:cNvSpPr txBox="1"/>
          <p:nvPr/>
        </p:nvSpPr>
        <p:spPr>
          <a:xfrm>
            <a:off x="5967625" y="643019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8" name="Google Shape;76;p10">
            <a:extLst>
              <a:ext uri="{FF2B5EF4-FFF2-40B4-BE49-F238E27FC236}">
                <a16:creationId xmlns:a16="http://schemas.microsoft.com/office/drawing/2014/main" id="{DADC64FE-A0E8-988D-E6BB-255E3BA00716}"/>
              </a:ext>
            </a:extLst>
          </p:cNvPr>
          <p:cNvSpPr txBox="1"/>
          <p:nvPr/>
        </p:nvSpPr>
        <p:spPr>
          <a:xfrm>
            <a:off x="3993435" y="640898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9" name="Google Shape;76;p10">
            <a:extLst>
              <a:ext uri="{FF2B5EF4-FFF2-40B4-BE49-F238E27FC236}">
                <a16:creationId xmlns:a16="http://schemas.microsoft.com/office/drawing/2014/main" id="{8149EFDE-27FD-913D-237D-EA194CB99270}"/>
              </a:ext>
            </a:extLst>
          </p:cNvPr>
          <p:cNvSpPr txBox="1"/>
          <p:nvPr/>
        </p:nvSpPr>
        <p:spPr>
          <a:xfrm>
            <a:off x="2164894" y="641995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0" name="Google Shape;76;p10">
            <a:extLst>
              <a:ext uri="{FF2B5EF4-FFF2-40B4-BE49-F238E27FC236}">
                <a16:creationId xmlns:a16="http://schemas.microsoft.com/office/drawing/2014/main" id="{F21B9FAC-1590-8511-72C7-14CEAB031047}"/>
              </a:ext>
            </a:extLst>
          </p:cNvPr>
          <p:cNvSpPr txBox="1"/>
          <p:nvPr/>
        </p:nvSpPr>
        <p:spPr>
          <a:xfrm>
            <a:off x="190704" y="6428881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6" name="Google Shape;79;p10">
            <a:extLst>
              <a:ext uri="{FF2B5EF4-FFF2-40B4-BE49-F238E27FC236}">
                <a16:creationId xmlns:a16="http://schemas.microsoft.com/office/drawing/2014/main" id="{CE7DB25F-4135-A9AE-27D8-E27111CC4185}"/>
              </a:ext>
            </a:extLst>
          </p:cNvPr>
          <p:cNvSpPr txBox="1"/>
          <p:nvPr/>
        </p:nvSpPr>
        <p:spPr>
          <a:xfrm>
            <a:off x="3423503" y="875266"/>
            <a:ext cx="4956395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 ابتدائية ومتوسطة الصيابة بنين)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D9044C56-9883-41D9-4031-6FDA4454866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15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47ED85EE-7882-8A77-FB05-6267CB4A6CE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sp>
        <p:nvSpPr>
          <p:cNvPr id="19" name="Google Shape;75;p10">
            <a:extLst>
              <a:ext uri="{FF2B5EF4-FFF2-40B4-BE49-F238E27FC236}">
                <a16:creationId xmlns:a16="http://schemas.microsoft.com/office/drawing/2014/main" id="{DDDCC869-43E4-177A-322B-97E9FBF5009F}"/>
              </a:ext>
            </a:extLst>
          </p:cNvPr>
          <p:cNvSpPr txBox="1"/>
          <p:nvPr/>
        </p:nvSpPr>
        <p:spPr>
          <a:xfrm>
            <a:off x="3285357" y="466219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20" name="Google Shape;132;p1">
            <a:extLst>
              <a:ext uri="{FF2B5EF4-FFF2-40B4-BE49-F238E27FC236}">
                <a16:creationId xmlns:a16="http://schemas.microsoft.com/office/drawing/2014/main" id="{E6CF93A1-7EF3-32EF-FDDD-2E1744373D99}"/>
              </a:ext>
            </a:extLst>
          </p:cNvPr>
          <p:cNvPicPr preferRelativeResize="0"/>
          <p:nvPr/>
        </p:nvPicPr>
        <p:blipFill rotWithShape="1"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صورة 4">
            <a:extLst>
              <a:ext uri="{FF2B5EF4-FFF2-40B4-BE49-F238E27FC236}">
                <a16:creationId xmlns:a16="http://schemas.microsoft.com/office/drawing/2014/main" id="{8DACEFCA-5C9D-85BF-F30F-1D841BD83198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250" r="-1340" b="-2386"/>
          <a:stretch>
            <a:fillRect/>
          </a:stretch>
        </p:blipFill>
        <p:spPr>
          <a:xfrm>
            <a:off x="4199473" y="5095632"/>
            <a:ext cx="1657114" cy="1260091"/>
          </a:xfrm>
          <a:prstGeom prst="rect">
            <a:avLst/>
          </a:prstGeom>
        </p:spPr>
      </p:pic>
      <p:pic>
        <p:nvPicPr>
          <p:cNvPr id="11" name="صورة 4">
            <a:extLst>
              <a:ext uri="{FF2B5EF4-FFF2-40B4-BE49-F238E27FC236}">
                <a16:creationId xmlns:a16="http://schemas.microsoft.com/office/drawing/2014/main" id="{D43F1942-3046-17B1-00B4-AECBB6AC4B08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903"/>
          <a:stretch>
            <a:fillRect/>
          </a:stretch>
        </p:blipFill>
        <p:spPr>
          <a:xfrm>
            <a:off x="2325363" y="5095632"/>
            <a:ext cx="1621682" cy="1299352"/>
          </a:xfrm>
          <a:prstGeom prst="rect">
            <a:avLst/>
          </a:prstGeom>
        </p:spPr>
      </p:pic>
      <p:pic>
        <p:nvPicPr>
          <p:cNvPr id="12" name="صورة 4">
            <a:extLst>
              <a:ext uri="{FF2B5EF4-FFF2-40B4-BE49-F238E27FC236}">
                <a16:creationId xmlns:a16="http://schemas.microsoft.com/office/drawing/2014/main" id="{4B0590CF-2D05-0975-2FC4-C0FBCE715233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014"/>
          <a:stretch>
            <a:fillRect/>
          </a:stretch>
        </p:blipFill>
        <p:spPr>
          <a:xfrm>
            <a:off x="367417" y="5095632"/>
            <a:ext cx="1657114" cy="1279261"/>
          </a:xfrm>
          <a:prstGeom prst="rect">
            <a:avLst/>
          </a:prstGeom>
        </p:spPr>
      </p:pic>
      <p:sp>
        <p:nvSpPr>
          <p:cNvPr id="5" name="Google Shape;75;p10">
            <a:extLst>
              <a:ext uri="{FF2B5EF4-FFF2-40B4-BE49-F238E27FC236}">
                <a16:creationId xmlns:a16="http://schemas.microsoft.com/office/drawing/2014/main" id="{264EB94E-7AA4-13BC-4A41-B2C7E2BE3D9D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" name="Google Shape;76;p10">
            <a:extLst>
              <a:ext uri="{FF2B5EF4-FFF2-40B4-BE49-F238E27FC236}">
                <a16:creationId xmlns:a16="http://schemas.microsoft.com/office/drawing/2014/main" id="{4C11CA9B-5EFA-6D88-4B62-D01D12A1CE83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3" name="صورة 4">
            <a:extLst>
              <a:ext uri="{FF2B5EF4-FFF2-40B4-BE49-F238E27FC236}">
                <a16:creationId xmlns:a16="http://schemas.microsoft.com/office/drawing/2014/main" id="{4143E611-DFD4-DBCC-6401-1BF5B20FA6E9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01710" y="1608306"/>
            <a:ext cx="1642945" cy="1194929"/>
          </a:xfrm>
          <a:prstGeom prst="rect">
            <a:avLst/>
          </a:prstGeom>
          <a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pic>
      <p:pic>
        <p:nvPicPr>
          <p:cNvPr id="13" name="صورة 11">
            <a:extLst>
              <a:ext uri="{FF2B5EF4-FFF2-40B4-BE49-F238E27FC236}">
                <a16:creationId xmlns:a16="http://schemas.microsoft.com/office/drawing/2014/main" id="{64DBF151-38CC-F34D-B9EE-5BB71866B2E6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24724" y="1608306"/>
            <a:ext cx="1639525" cy="1191461"/>
          </a:xfrm>
          <a:prstGeom prst="rect">
            <a:avLst/>
          </a:prstGeom>
          <a:blipFill>
            <a:blip r:embed="rId1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pic>
      <p:pic>
        <p:nvPicPr>
          <p:cNvPr id="14" name="صورة 12">
            <a:extLst>
              <a:ext uri="{FF2B5EF4-FFF2-40B4-BE49-F238E27FC236}">
                <a16:creationId xmlns:a16="http://schemas.microsoft.com/office/drawing/2014/main" id="{00569D11-42B4-9BA1-69DB-2BF112D4502D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946"/>
          <a:stretch>
            <a:fillRect/>
          </a:stretch>
        </p:blipFill>
        <p:spPr>
          <a:xfrm>
            <a:off x="1967836" y="3285916"/>
            <a:ext cx="1660114" cy="1316629"/>
          </a:xfrm>
          <a:prstGeom prst="rect">
            <a:avLst/>
          </a:prstGeom>
        </p:spPr>
      </p:pic>
      <p:pic>
        <p:nvPicPr>
          <p:cNvPr id="17" name="صورة 4">
            <a:extLst>
              <a:ext uri="{FF2B5EF4-FFF2-40B4-BE49-F238E27FC236}">
                <a16:creationId xmlns:a16="http://schemas.microsoft.com/office/drawing/2014/main" id="{95B8C70D-670A-669C-6ACC-98ABFB3A7D4D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448"/>
          <a:stretch>
            <a:fillRect/>
          </a:stretch>
        </p:blipFill>
        <p:spPr>
          <a:xfrm>
            <a:off x="3792597" y="3282060"/>
            <a:ext cx="1609469" cy="1324648"/>
          </a:xfrm>
          <a:prstGeom prst="rect">
            <a:avLst/>
          </a:prstGeom>
        </p:spPr>
      </p:pic>
      <p:pic>
        <p:nvPicPr>
          <p:cNvPr id="21" name="صورة 12">
            <a:extLst>
              <a:ext uri="{FF2B5EF4-FFF2-40B4-BE49-F238E27FC236}">
                <a16:creationId xmlns:a16="http://schemas.microsoft.com/office/drawing/2014/main" id="{ED77ED6E-2B00-63AF-E297-EE07680A6DC0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27170" y="1608307"/>
            <a:ext cx="1660113" cy="1196863"/>
          </a:xfrm>
          <a:prstGeom prst="rect">
            <a:avLst/>
          </a:prstGeom>
          <a:blipFill>
            <a:blip r:embed="rId1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pic>
      <p:pic>
        <p:nvPicPr>
          <p:cNvPr id="23" name="صورة 4">
            <a:extLst>
              <a:ext uri="{FF2B5EF4-FFF2-40B4-BE49-F238E27FC236}">
                <a16:creationId xmlns:a16="http://schemas.microsoft.com/office/drawing/2014/main" id="{4C07C6DA-87DE-6D76-7D82-1268A86269CE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7553" y="3305324"/>
            <a:ext cx="1581359" cy="1279640"/>
          </a:xfrm>
          <a:prstGeom prst="rect">
            <a:avLst/>
          </a:prstGeom>
        </p:spPr>
      </p:pic>
      <p:pic>
        <p:nvPicPr>
          <p:cNvPr id="24" name="صورة 4">
            <a:extLst>
              <a:ext uri="{FF2B5EF4-FFF2-40B4-BE49-F238E27FC236}">
                <a16:creationId xmlns:a16="http://schemas.microsoft.com/office/drawing/2014/main" id="{C4504039-24E0-874F-FE64-3B960C7A7242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806"/>
          <a:stretch>
            <a:fillRect/>
          </a:stretch>
        </p:blipFill>
        <p:spPr>
          <a:xfrm>
            <a:off x="7526659" y="3296860"/>
            <a:ext cx="1660114" cy="1323004"/>
          </a:xfrm>
          <a:prstGeom prst="rect">
            <a:avLst/>
          </a:prstGeom>
        </p:spPr>
      </p:pic>
      <p:pic>
        <p:nvPicPr>
          <p:cNvPr id="28" name="صورة 9">
            <a:extLst>
              <a:ext uri="{FF2B5EF4-FFF2-40B4-BE49-F238E27FC236}">
                <a16:creationId xmlns:a16="http://schemas.microsoft.com/office/drawing/2014/main" id="{93631861-BCA4-12DF-2BED-D8D8354BAEBC}"/>
              </a:ext>
            </a:extLst>
          </p:cNvPr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487"/>
          <a:stretch>
            <a:fillRect/>
          </a:stretch>
        </p:blipFill>
        <p:spPr>
          <a:xfrm>
            <a:off x="5714778" y="3277761"/>
            <a:ext cx="1644326" cy="1334695"/>
          </a:xfrm>
          <a:prstGeom prst="rect">
            <a:avLst/>
          </a:prstGeom>
        </p:spPr>
      </p:pic>
      <p:pic>
        <p:nvPicPr>
          <p:cNvPr id="30" name="صورة 4">
            <a:extLst>
              <a:ext uri="{FF2B5EF4-FFF2-40B4-BE49-F238E27FC236}">
                <a16:creationId xmlns:a16="http://schemas.microsoft.com/office/drawing/2014/main" id="{64E3C22F-4FF4-18C8-AA70-A36624FEF331}"/>
              </a:ext>
            </a:extLst>
          </p:cNvPr>
          <p:cNvPicPr>
            <a:picLocks noChangeAspect="1"/>
          </p:cNvPicPr>
          <p:nvPr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080"/>
          <a:stretch>
            <a:fillRect/>
          </a:stretch>
        </p:blipFill>
        <p:spPr>
          <a:xfrm>
            <a:off x="147553" y="1608306"/>
            <a:ext cx="1581359" cy="1187954"/>
          </a:xfrm>
          <a:prstGeom prst="rect">
            <a:avLst/>
          </a:prstGeom>
        </p:spPr>
      </p:pic>
      <p:pic>
        <p:nvPicPr>
          <p:cNvPr id="32" name="صورة 12">
            <a:extLst>
              <a:ext uri="{FF2B5EF4-FFF2-40B4-BE49-F238E27FC236}">
                <a16:creationId xmlns:a16="http://schemas.microsoft.com/office/drawing/2014/main" id="{3695527D-5F6C-750F-95C5-928BA547593B}"/>
              </a:ext>
            </a:extLst>
          </p:cNvPr>
          <p:cNvPicPr>
            <a:picLocks noChangeAspect="1"/>
          </p:cNvPicPr>
          <p:nvPr/>
        </p:nvPicPr>
        <p:blipFill>
          <a:blip r:embed="rId2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82116" y="1608306"/>
            <a:ext cx="1617138" cy="1194929"/>
          </a:xfrm>
          <a:prstGeom prst="rect">
            <a:avLst/>
          </a:prstGeom>
          <a:blipFill>
            <a:blip r:embed="rId2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2472106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B8617-36C0-4B80-10A5-20328E52E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0E22FFCE-18A9-C914-B17D-F8F1F8C6BB9E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378FEE44-FB82-B1E7-A4BC-47FF2F457BFD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0510A315-E05A-7361-4411-37F31C0B70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2D67B4DC-EB16-3969-7649-BCFE88DBEB9D}"/>
              </a:ext>
            </a:extLst>
          </p:cNvPr>
          <p:cNvGrpSpPr/>
          <p:nvPr/>
        </p:nvGrpSpPr>
        <p:grpSpPr>
          <a:xfrm>
            <a:off x="0" y="6658993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0E64D908-BDC7-D6FD-E772-DF502C09EB8D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0963D599-623D-E181-AC99-5D645624B1F9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BDF987D7-8FA8-6AC1-1F49-5E642B6B626A}"/>
              </a:ext>
            </a:extLst>
          </p:cNvPr>
          <p:cNvSpPr txBox="1"/>
          <p:nvPr/>
        </p:nvSpPr>
        <p:spPr>
          <a:xfrm>
            <a:off x="9531024" y="6253460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E4D4EEE6-E184-4C9F-F80B-802479C5A86D}"/>
              </a:ext>
            </a:extLst>
          </p:cNvPr>
          <p:cNvSpPr/>
          <p:nvPr/>
        </p:nvSpPr>
        <p:spPr>
          <a:xfrm>
            <a:off x="7530169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570724CB-73B5-3C59-8828-8E1C705DA466}"/>
              </a:ext>
            </a:extLst>
          </p:cNvPr>
          <p:cNvSpPr txBox="1"/>
          <p:nvPr/>
        </p:nvSpPr>
        <p:spPr>
          <a:xfrm>
            <a:off x="7342230" y="28241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0E9DD4C0-85F3-F704-44F3-D75603FE8BCE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DC087EB4-EC12-7DFE-9E81-670F02167AEF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D54E6CFD-F61B-965E-C447-CDF6C1CFC15C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61616A5D-4265-9F5E-D32E-5869FA60DF41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174654C6-7497-1E6C-189B-5B4F6183E48C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8E0D397C-706E-F03C-C063-2E49125B059D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04DAEFF1-F3B2-4590-5280-92618766E562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6F56E1EE-04DC-24ED-6FDD-49B09EEBA39B}"/>
              </a:ext>
            </a:extLst>
          </p:cNvPr>
          <p:cNvSpPr/>
          <p:nvPr/>
        </p:nvSpPr>
        <p:spPr>
          <a:xfrm>
            <a:off x="3784099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3E06F881-3E2E-0CC0-32DD-D132DCCEE218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A7DE888E-741A-8A56-5EE1-453D593901D9}"/>
              </a:ext>
            </a:extLst>
          </p:cNvPr>
          <p:cNvSpPr/>
          <p:nvPr/>
        </p:nvSpPr>
        <p:spPr>
          <a:xfrm>
            <a:off x="1915930" y="470604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68B8907F-57EF-120B-94AA-E3146F8C6EBE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B5D0DAE8-D321-BDDA-E1C3-3544904E5750}"/>
              </a:ext>
            </a:extLst>
          </p:cNvPr>
          <p:cNvSpPr/>
          <p:nvPr/>
        </p:nvSpPr>
        <p:spPr>
          <a:xfrm>
            <a:off x="57266" y="470990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0BEEAA1A-F140-B2F9-5960-7200FB4D2B82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DAFBEA3B-072C-1532-5886-1369A8F96384}"/>
              </a:ext>
            </a:extLst>
          </p:cNvPr>
          <p:cNvSpPr txBox="1"/>
          <p:nvPr/>
        </p:nvSpPr>
        <p:spPr>
          <a:xfrm>
            <a:off x="-58762" y="4674932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8585DCEA-7710-F785-E0BD-9D77AAE3DF56}"/>
              </a:ext>
            </a:extLst>
          </p:cNvPr>
          <p:cNvSpPr txBox="1"/>
          <p:nvPr/>
        </p:nvSpPr>
        <p:spPr>
          <a:xfrm>
            <a:off x="1756984" y="466313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6F55499F-6971-7817-7B0A-74A6541C697F}"/>
              </a:ext>
            </a:extLst>
          </p:cNvPr>
          <p:cNvSpPr txBox="1"/>
          <p:nvPr/>
        </p:nvSpPr>
        <p:spPr>
          <a:xfrm>
            <a:off x="3658699" y="46537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60B61519-770B-312C-7FCE-231F176F0EEC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4" name="Google Shape;76;p10">
            <a:extLst>
              <a:ext uri="{FF2B5EF4-FFF2-40B4-BE49-F238E27FC236}">
                <a16:creationId xmlns:a16="http://schemas.microsoft.com/office/drawing/2014/main" id="{0EA5EF2F-21D3-F11D-064A-77C1004BA256}"/>
              </a:ext>
            </a:extLst>
          </p:cNvPr>
          <p:cNvSpPr txBox="1"/>
          <p:nvPr/>
        </p:nvSpPr>
        <p:spPr>
          <a:xfrm>
            <a:off x="7366681" y="463167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1A81BD9D-0715-8B77-F5AD-C20BAD60D741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E0367EE4-BBDD-DBA5-8351-53622383C390}"/>
              </a:ext>
            </a:extLst>
          </p:cNvPr>
          <p:cNvSpPr txBox="1"/>
          <p:nvPr/>
        </p:nvSpPr>
        <p:spPr>
          <a:xfrm>
            <a:off x="-135470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24" name="صورة 23">
            <a:extLst>
              <a:ext uri="{FF2B5EF4-FFF2-40B4-BE49-F238E27FC236}">
                <a16:creationId xmlns:a16="http://schemas.microsoft.com/office/drawing/2014/main" id="{D9904F71-DB7A-5223-931B-13F50AE543F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83045" y="5051061"/>
            <a:ext cx="1816388" cy="1202397"/>
          </a:xfrm>
          <a:prstGeom prst="rect">
            <a:avLst/>
          </a:prstGeom>
        </p:spPr>
      </p:pic>
      <p:pic>
        <p:nvPicPr>
          <p:cNvPr id="28" name="صورة 27">
            <a:extLst>
              <a:ext uri="{FF2B5EF4-FFF2-40B4-BE49-F238E27FC236}">
                <a16:creationId xmlns:a16="http://schemas.microsoft.com/office/drawing/2014/main" id="{A9907032-268D-AE47-5756-7B5C89D62FB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11605" y="5051061"/>
            <a:ext cx="1771074" cy="1189026"/>
          </a:xfrm>
          <a:prstGeom prst="rect">
            <a:avLst/>
          </a:prstGeom>
        </p:spPr>
      </p:pic>
      <p:pic>
        <p:nvPicPr>
          <p:cNvPr id="30" name="صورة 29">
            <a:extLst>
              <a:ext uri="{FF2B5EF4-FFF2-40B4-BE49-F238E27FC236}">
                <a16:creationId xmlns:a16="http://schemas.microsoft.com/office/drawing/2014/main" id="{8F35021B-A300-822A-A750-6E7D8480262A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58737" y="5032260"/>
            <a:ext cx="1681594" cy="1226669"/>
          </a:xfrm>
          <a:prstGeom prst="rect">
            <a:avLst/>
          </a:prstGeom>
        </p:spPr>
      </p:pic>
      <p:sp>
        <p:nvSpPr>
          <p:cNvPr id="10" name="Google Shape;79;p10">
            <a:extLst>
              <a:ext uri="{FF2B5EF4-FFF2-40B4-BE49-F238E27FC236}">
                <a16:creationId xmlns:a16="http://schemas.microsoft.com/office/drawing/2014/main" id="{343B4FF9-E7B3-978F-5BA9-3D652265EE34}"/>
              </a:ext>
            </a:extLst>
          </p:cNvPr>
          <p:cNvSpPr txBox="1"/>
          <p:nvPr/>
        </p:nvSpPr>
        <p:spPr>
          <a:xfrm>
            <a:off x="3417970" y="850502"/>
            <a:ext cx="4956395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 ابتدائية و متوسطة الدقيقة بنين مستأجر 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BEDC5C78-54FA-3825-E54B-0E283434EB8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13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D9FF5CF4-DDD3-07F9-C461-9E3142ADED9E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sp>
        <p:nvSpPr>
          <p:cNvPr id="14" name="Google Shape;75;p10">
            <a:extLst>
              <a:ext uri="{FF2B5EF4-FFF2-40B4-BE49-F238E27FC236}">
                <a16:creationId xmlns:a16="http://schemas.microsoft.com/office/drawing/2014/main" id="{622E6EE0-83F1-3C2B-48A9-AD401BE03C5E}"/>
              </a:ext>
            </a:extLst>
          </p:cNvPr>
          <p:cNvSpPr txBox="1"/>
          <p:nvPr/>
        </p:nvSpPr>
        <p:spPr>
          <a:xfrm>
            <a:off x="3146590" y="456265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5" name="Google Shape;132;p1">
            <a:extLst>
              <a:ext uri="{FF2B5EF4-FFF2-40B4-BE49-F238E27FC236}">
                <a16:creationId xmlns:a16="http://schemas.microsoft.com/office/drawing/2014/main" id="{F7A1A165-8F0F-A47F-269F-732675B4B30E}"/>
              </a:ext>
            </a:extLst>
          </p:cNvPr>
          <p:cNvPicPr preferRelativeResize="0"/>
          <p:nvPr/>
        </p:nvPicPr>
        <p:blipFill rotWithShape="1"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شكل حر: شكل 30">
            <a:extLst>
              <a:ext uri="{FF2B5EF4-FFF2-40B4-BE49-F238E27FC236}">
                <a16:creationId xmlns:a16="http://schemas.microsoft.com/office/drawing/2014/main" id="{08D4D22A-BDCD-C9DC-3014-C19B7C39219D}"/>
              </a:ext>
            </a:extLst>
          </p:cNvPr>
          <p:cNvSpPr/>
          <p:nvPr/>
        </p:nvSpPr>
        <p:spPr>
          <a:xfrm rot="2700000">
            <a:off x="9647363" y="708982"/>
            <a:ext cx="4753477" cy="4278591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noFill/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1" eaLnBrk="1" latinLnBrk="0" hangingPunct="1"/>
            <a:endParaRPr lang="ar-SA"/>
          </a:p>
        </p:txBody>
      </p:sp>
      <p:sp>
        <p:nvSpPr>
          <p:cNvPr id="6" name="Google Shape;75;p10">
            <a:extLst>
              <a:ext uri="{FF2B5EF4-FFF2-40B4-BE49-F238E27FC236}">
                <a16:creationId xmlns:a16="http://schemas.microsoft.com/office/drawing/2014/main" id="{E35F090C-76B2-694D-5D5F-874A7C4ABA52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" name="Google Shape;76;p10">
            <a:extLst>
              <a:ext uri="{FF2B5EF4-FFF2-40B4-BE49-F238E27FC236}">
                <a16:creationId xmlns:a16="http://schemas.microsoft.com/office/drawing/2014/main" id="{47C18474-9103-296C-1883-97247DCE154C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8" name="Google Shape;76;p10">
            <a:extLst>
              <a:ext uri="{FF2B5EF4-FFF2-40B4-BE49-F238E27FC236}">
                <a16:creationId xmlns:a16="http://schemas.microsoft.com/office/drawing/2014/main" id="{1ACE4527-6B0B-0AAA-5278-3EB2FADB1FA2}"/>
              </a:ext>
            </a:extLst>
          </p:cNvPr>
          <p:cNvSpPr txBox="1"/>
          <p:nvPr/>
        </p:nvSpPr>
        <p:spPr>
          <a:xfrm>
            <a:off x="5967625" y="643019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0" name="Google Shape;76;p10">
            <a:extLst>
              <a:ext uri="{FF2B5EF4-FFF2-40B4-BE49-F238E27FC236}">
                <a16:creationId xmlns:a16="http://schemas.microsoft.com/office/drawing/2014/main" id="{353E6F0E-CE9D-1965-73E0-8A47B45A3F69}"/>
              </a:ext>
            </a:extLst>
          </p:cNvPr>
          <p:cNvSpPr txBox="1"/>
          <p:nvPr/>
        </p:nvSpPr>
        <p:spPr>
          <a:xfrm>
            <a:off x="3993435" y="640898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1" name="Google Shape;76;p10">
            <a:extLst>
              <a:ext uri="{FF2B5EF4-FFF2-40B4-BE49-F238E27FC236}">
                <a16:creationId xmlns:a16="http://schemas.microsoft.com/office/drawing/2014/main" id="{F35A00AD-8EDD-EE40-3657-459B0C050D60}"/>
              </a:ext>
            </a:extLst>
          </p:cNvPr>
          <p:cNvSpPr txBox="1"/>
          <p:nvPr/>
        </p:nvSpPr>
        <p:spPr>
          <a:xfrm>
            <a:off x="2164894" y="6419956"/>
            <a:ext cx="1619205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2" name="Google Shape;76;p10">
            <a:extLst>
              <a:ext uri="{FF2B5EF4-FFF2-40B4-BE49-F238E27FC236}">
                <a16:creationId xmlns:a16="http://schemas.microsoft.com/office/drawing/2014/main" id="{1931CDE3-FD26-7CE4-31C0-FDFDEE65F089}"/>
              </a:ext>
            </a:extLst>
          </p:cNvPr>
          <p:cNvSpPr txBox="1"/>
          <p:nvPr/>
        </p:nvSpPr>
        <p:spPr>
          <a:xfrm>
            <a:off x="190704" y="6428881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43" name="صورة 29">
            <a:extLst>
              <a:ext uri="{FF2B5EF4-FFF2-40B4-BE49-F238E27FC236}">
                <a16:creationId xmlns:a16="http://schemas.microsoft.com/office/drawing/2014/main" id="{7DE32060-41FD-4155-F08C-FB5E0D0D5033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4429" y="5032260"/>
            <a:ext cx="1681594" cy="1247868"/>
          </a:xfrm>
          <a:prstGeom prst="rect">
            <a:avLst/>
          </a:prstGeom>
        </p:spPr>
      </p:pic>
      <p:pic>
        <p:nvPicPr>
          <p:cNvPr id="3" name="صورة 32">
            <a:extLst>
              <a:ext uri="{FF2B5EF4-FFF2-40B4-BE49-F238E27FC236}">
                <a16:creationId xmlns:a16="http://schemas.microsoft.com/office/drawing/2014/main" id="{8A5F60DC-9D2D-5DA5-E2A0-F4E092292FB7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56258" y="3288431"/>
            <a:ext cx="1631026" cy="1218141"/>
          </a:xfrm>
          <a:prstGeom prst="rect">
            <a:avLst/>
          </a:prstGeom>
        </p:spPr>
      </p:pic>
      <p:pic>
        <p:nvPicPr>
          <p:cNvPr id="23" name="صورة 4">
            <a:extLst>
              <a:ext uri="{FF2B5EF4-FFF2-40B4-BE49-F238E27FC236}">
                <a16:creationId xmlns:a16="http://schemas.microsoft.com/office/drawing/2014/main" id="{6D413472-0716-E4CC-38A3-E18ECB36FDFB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82461" y="1603651"/>
            <a:ext cx="1644850" cy="1158749"/>
          </a:xfrm>
          <a:prstGeom prst="rect">
            <a:avLst/>
          </a:prstGeom>
        </p:spPr>
      </p:pic>
      <p:pic>
        <p:nvPicPr>
          <p:cNvPr id="26" name="صورة 32">
            <a:extLst>
              <a:ext uri="{FF2B5EF4-FFF2-40B4-BE49-F238E27FC236}">
                <a16:creationId xmlns:a16="http://schemas.microsoft.com/office/drawing/2014/main" id="{9A028818-5FE6-0341-1700-2B6D4BA7421F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70183" y="3298671"/>
            <a:ext cx="1657128" cy="1218924"/>
          </a:xfrm>
          <a:prstGeom prst="rect">
            <a:avLst/>
          </a:prstGeom>
        </p:spPr>
      </p:pic>
      <p:pic>
        <p:nvPicPr>
          <p:cNvPr id="29" name="صورة 4">
            <a:extLst>
              <a:ext uri="{FF2B5EF4-FFF2-40B4-BE49-F238E27FC236}">
                <a16:creationId xmlns:a16="http://schemas.microsoft.com/office/drawing/2014/main" id="{1DC71398-1763-78FE-1D78-37F7D18F056C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007"/>
          <a:stretch>
            <a:fillRect/>
          </a:stretch>
        </p:blipFill>
        <p:spPr>
          <a:xfrm>
            <a:off x="3824405" y="1603651"/>
            <a:ext cx="1606813" cy="1137689"/>
          </a:xfrm>
          <a:prstGeom prst="rect">
            <a:avLst/>
          </a:prstGeom>
        </p:spPr>
      </p:pic>
      <p:pic>
        <p:nvPicPr>
          <p:cNvPr id="31" name="صورة 4">
            <a:extLst>
              <a:ext uri="{FF2B5EF4-FFF2-40B4-BE49-F238E27FC236}">
                <a16:creationId xmlns:a16="http://schemas.microsoft.com/office/drawing/2014/main" id="{936C14EE-CE40-05CE-FDF4-B9F7ED40307C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56258" y="1598753"/>
            <a:ext cx="1617990" cy="1163648"/>
          </a:xfrm>
          <a:prstGeom prst="rect">
            <a:avLst/>
          </a:prstGeom>
        </p:spPr>
      </p:pic>
      <p:pic>
        <p:nvPicPr>
          <p:cNvPr id="32" name="صورة 4">
            <a:extLst>
              <a:ext uri="{FF2B5EF4-FFF2-40B4-BE49-F238E27FC236}">
                <a16:creationId xmlns:a16="http://schemas.microsoft.com/office/drawing/2014/main" id="{09B21586-AE3B-F1F3-2EA9-47F1D41835D5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769069" y="3288429"/>
            <a:ext cx="1672144" cy="1227630"/>
          </a:xfrm>
          <a:prstGeom prst="rect">
            <a:avLst/>
          </a:prstGeom>
        </p:spPr>
      </p:pic>
      <p:pic>
        <p:nvPicPr>
          <p:cNvPr id="33" name="صورة 32">
            <a:extLst>
              <a:ext uri="{FF2B5EF4-FFF2-40B4-BE49-F238E27FC236}">
                <a16:creationId xmlns:a16="http://schemas.microsoft.com/office/drawing/2014/main" id="{7B114D50-F409-69ED-D601-729D1B7877A0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951"/>
          <a:stretch>
            <a:fillRect/>
          </a:stretch>
        </p:blipFill>
        <p:spPr>
          <a:xfrm>
            <a:off x="57266" y="1603651"/>
            <a:ext cx="1631816" cy="1152318"/>
          </a:xfrm>
          <a:prstGeom prst="rect">
            <a:avLst/>
          </a:prstGeom>
        </p:spPr>
      </p:pic>
      <p:pic>
        <p:nvPicPr>
          <p:cNvPr id="34" name="صورة 22">
            <a:extLst>
              <a:ext uri="{FF2B5EF4-FFF2-40B4-BE49-F238E27FC236}">
                <a16:creationId xmlns:a16="http://schemas.microsoft.com/office/drawing/2014/main" id="{23FC5498-09C0-EA7B-F220-2658E5F48A81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266" y="3285591"/>
            <a:ext cx="1657114" cy="1257915"/>
          </a:xfrm>
          <a:prstGeom prst="rect">
            <a:avLst/>
          </a:prstGeom>
        </p:spPr>
      </p:pic>
      <p:pic>
        <p:nvPicPr>
          <p:cNvPr id="35" name="صورة 22">
            <a:extLst>
              <a:ext uri="{FF2B5EF4-FFF2-40B4-BE49-F238E27FC236}">
                <a16:creationId xmlns:a16="http://schemas.microsoft.com/office/drawing/2014/main" id="{FCDEE824-C890-A180-EF14-DFBE28D77EFE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29659" y="3285592"/>
            <a:ext cx="1694925" cy="1269712"/>
          </a:xfrm>
          <a:prstGeom prst="rect">
            <a:avLst/>
          </a:prstGeom>
        </p:spPr>
      </p:pic>
      <p:pic>
        <p:nvPicPr>
          <p:cNvPr id="37" name="صورة 4">
            <a:extLst>
              <a:ext uri="{FF2B5EF4-FFF2-40B4-BE49-F238E27FC236}">
                <a16:creationId xmlns:a16="http://schemas.microsoft.com/office/drawing/2014/main" id="{418B0240-1C46-523D-6A0B-C10E54A18532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122"/>
          <a:stretch>
            <a:fillRect/>
          </a:stretch>
        </p:blipFill>
        <p:spPr>
          <a:xfrm>
            <a:off x="1915931" y="1595411"/>
            <a:ext cx="1691064" cy="1163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491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CABB0-36AC-B41C-9964-9FB2BDF60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3BA1E492-F5B7-E6E3-E450-9E1E1B3B1CCC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0DCAAC0A-E4A9-7018-793F-84DF6DB1BCDD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A6191991-931E-88D2-B20B-51E9FA47D2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A3F7A2E8-86A3-2CD2-6EDB-CA4B5763A030}"/>
              </a:ext>
            </a:extLst>
          </p:cNvPr>
          <p:cNvGrpSpPr/>
          <p:nvPr/>
        </p:nvGrpSpPr>
        <p:grpSpPr>
          <a:xfrm>
            <a:off x="0" y="6658993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79A6882A-DCE6-4C21-7590-1209546A0771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DB254D05-C6DF-6221-430F-270581FF0C2B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90BE4D85-A57B-D5EA-0B23-D0252F287D39}"/>
              </a:ext>
            </a:extLst>
          </p:cNvPr>
          <p:cNvSpPr txBox="1"/>
          <p:nvPr/>
        </p:nvSpPr>
        <p:spPr>
          <a:xfrm>
            <a:off x="9531024" y="6253460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BB43A509-8277-43DE-1FB2-D353A2B2DE10}"/>
              </a:ext>
            </a:extLst>
          </p:cNvPr>
          <p:cNvSpPr/>
          <p:nvPr/>
        </p:nvSpPr>
        <p:spPr>
          <a:xfrm>
            <a:off x="7530169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D172F11B-14B5-5060-FEFF-9CAEF2383864}"/>
              </a:ext>
            </a:extLst>
          </p:cNvPr>
          <p:cNvSpPr txBox="1"/>
          <p:nvPr/>
        </p:nvSpPr>
        <p:spPr>
          <a:xfrm>
            <a:off x="7342230" y="28241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6DBA4B28-059D-CDA5-47C2-7B1EFBF5FCFB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4D4FB186-5F7D-91A2-4DDE-D6AAD35A8047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64DA0730-3887-C7E5-9C45-2584A093A6A1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E975B810-1171-D287-F36D-C53E89681046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661E6F98-7C82-BF0B-BD51-07733C9113DF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7" name="Google Shape;372;p23">
            <a:extLst>
              <a:ext uri="{FF2B5EF4-FFF2-40B4-BE49-F238E27FC236}">
                <a16:creationId xmlns:a16="http://schemas.microsoft.com/office/drawing/2014/main" id="{5152CCCF-C469-810D-15A5-AFD83E0DDE92}"/>
              </a:ext>
            </a:extLst>
          </p:cNvPr>
          <p:cNvSpPr/>
          <p:nvPr/>
        </p:nvSpPr>
        <p:spPr>
          <a:xfrm>
            <a:off x="6086992" y="646423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BA56D846-540D-8E60-5129-0AD1576418A7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54324F24-3473-7573-7659-89E0325F4D83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130A015C-341D-8929-25A7-45CAE72F9059}"/>
              </a:ext>
            </a:extLst>
          </p:cNvPr>
          <p:cNvSpPr/>
          <p:nvPr/>
        </p:nvSpPr>
        <p:spPr>
          <a:xfrm>
            <a:off x="3784099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372;p23">
            <a:extLst>
              <a:ext uri="{FF2B5EF4-FFF2-40B4-BE49-F238E27FC236}">
                <a16:creationId xmlns:a16="http://schemas.microsoft.com/office/drawing/2014/main" id="{DC5FFD0A-E339-C12A-A257-A3465E3B2CFE}"/>
              </a:ext>
            </a:extLst>
          </p:cNvPr>
          <p:cNvSpPr/>
          <p:nvPr/>
        </p:nvSpPr>
        <p:spPr>
          <a:xfrm>
            <a:off x="4199473" y="642998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32AD21BD-864F-6766-6939-43DBAD0B6025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8A26E3F9-D339-32E8-4C2A-025517248940}"/>
              </a:ext>
            </a:extLst>
          </p:cNvPr>
          <p:cNvSpPr/>
          <p:nvPr/>
        </p:nvSpPr>
        <p:spPr>
          <a:xfrm>
            <a:off x="1915930" y="470604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372;p23">
            <a:extLst>
              <a:ext uri="{FF2B5EF4-FFF2-40B4-BE49-F238E27FC236}">
                <a16:creationId xmlns:a16="http://schemas.microsoft.com/office/drawing/2014/main" id="{E8B16862-D705-F956-784C-FE20367F809E}"/>
              </a:ext>
            </a:extLst>
          </p:cNvPr>
          <p:cNvSpPr/>
          <p:nvPr/>
        </p:nvSpPr>
        <p:spPr>
          <a:xfrm>
            <a:off x="2321871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3" name="Google Shape;372;p23">
            <a:extLst>
              <a:ext uri="{FF2B5EF4-FFF2-40B4-BE49-F238E27FC236}">
                <a16:creationId xmlns:a16="http://schemas.microsoft.com/office/drawing/2014/main" id="{F3652177-FCDE-612D-60AF-3BFEFBA08A99}"/>
              </a:ext>
            </a:extLst>
          </p:cNvPr>
          <p:cNvSpPr/>
          <p:nvPr/>
        </p:nvSpPr>
        <p:spPr>
          <a:xfrm>
            <a:off x="367417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69DDA057-5B65-6E0B-4C82-D71BA125F89C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285DDF83-C699-101D-F224-59AED0E799B7}"/>
              </a:ext>
            </a:extLst>
          </p:cNvPr>
          <p:cNvSpPr/>
          <p:nvPr/>
        </p:nvSpPr>
        <p:spPr>
          <a:xfrm>
            <a:off x="57266" y="470990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C872C945-3B99-7691-CB71-2BD59E12D364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A306AE89-44A3-3A6D-3A92-DEB49A9DD7FF}"/>
              </a:ext>
            </a:extLst>
          </p:cNvPr>
          <p:cNvSpPr txBox="1"/>
          <p:nvPr/>
        </p:nvSpPr>
        <p:spPr>
          <a:xfrm>
            <a:off x="-58762" y="4674932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0C005DE3-99F5-7A1F-F34D-B30240FA466A}"/>
              </a:ext>
            </a:extLst>
          </p:cNvPr>
          <p:cNvSpPr txBox="1"/>
          <p:nvPr/>
        </p:nvSpPr>
        <p:spPr>
          <a:xfrm>
            <a:off x="1756984" y="466313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317186CB-FF3B-4CF2-4067-5B61E69A441E}"/>
              </a:ext>
            </a:extLst>
          </p:cNvPr>
          <p:cNvSpPr txBox="1"/>
          <p:nvPr/>
        </p:nvSpPr>
        <p:spPr>
          <a:xfrm>
            <a:off x="3658699" y="46537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8C1E097A-1A1C-08B3-DA9C-CCD36D1ECD4C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4" name="Google Shape;76;p10">
            <a:extLst>
              <a:ext uri="{FF2B5EF4-FFF2-40B4-BE49-F238E27FC236}">
                <a16:creationId xmlns:a16="http://schemas.microsoft.com/office/drawing/2014/main" id="{677D3C00-0A98-45AF-B118-993112984B57}"/>
              </a:ext>
            </a:extLst>
          </p:cNvPr>
          <p:cNvSpPr txBox="1"/>
          <p:nvPr/>
        </p:nvSpPr>
        <p:spPr>
          <a:xfrm>
            <a:off x="7366681" y="463167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E28FA946-8EDA-1E54-AE31-E63628DDCA6D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4BD28C37-2615-D301-F6CB-A4C6681ADC0C}"/>
              </a:ext>
            </a:extLst>
          </p:cNvPr>
          <p:cNvSpPr txBox="1"/>
          <p:nvPr/>
        </p:nvSpPr>
        <p:spPr>
          <a:xfrm>
            <a:off x="-135470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7" name="Google Shape;76;p10">
            <a:extLst>
              <a:ext uri="{FF2B5EF4-FFF2-40B4-BE49-F238E27FC236}">
                <a16:creationId xmlns:a16="http://schemas.microsoft.com/office/drawing/2014/main" id="{54DDA89C-EB93-EDF0-BCC7-66E6BDE9AF42}"/>
              </a:ext>
            </a:extLst>
          </p:cNvPr>
          <p:cNvSpPr txBox="1"/>
          <p:nvPr/>
        </p:nvSpPr>
        <p:spPr>
          <a:xfrm>
            <a:off x="5967625" y="643019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8" name="Google Shape;76;p10">
            <a:extLst>
              <a:ext uri="{FF2B5EF4-FFF2-40B4-BE49-F238E27FC236}">
                <a16:creationId xmlns:a16="http://schemas.microsoft.com/office/drawing/2014/main" id="{54C88C99-2320-3835-7DDE-69943116164B}"/>
              </a:ext>
            </a:extLst>
          </p:cNvPr>
          <p:cNvSpPr txBox="1"/>
          <p:nvPr/>
        </p:nvSpPr>
        <p:spPr>
          <a:xfrm>
            <a:off x="3993435" y="640898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9" name="Google Shape;76;p10">
            <a:extLst>
              <a:ext uri="{FF2B5EF4-FFF2-40B4-BE49-F238E27FC236}">
                <a16:creationId xmlns:a16="http://schemas.microsoft.com/office/drawing/2014/main" id="{97ABD77D-03D8-9B49-BCD3-15AE968EDC36}"/>
              </a:ext>
            </a:extLst>
          </p:cNvPr>
          <p:cNvSpPr txBox="1"/>
          <p:nvPr/>
        </p:nvSpPr>
        <p:spPr>
          <a:xfrm>
            <a:off x="2164894" y="641995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0" name="Google Shape;76;p10">
            <a:extLst>
              <a:ext uri="{FF2B5EF4-FFF2-40B4-BE49-F238E27FC236}">
                <a16:creationId xmlns:a16="http://schemas.microsoft.com/office/drawing/2014/main" id="{98670B2F-78CE-F046-6A0C-2BFD77E6572F}"/>
              </a:ext>
            </a:extLst>
          </p:cNvPr>
          <p:cNvSpPr txBox="1"/>
          <p:nvPr/>
        </p:nvSpPr>
        <p:spPr>
          <a:xfrm>
            <a:off x="190704" y="6428881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24" name="صورة 23">
            <a:extLst>
              <a:ext uri="{FF2B5EF4-FFF2-40B4-BE49-F238E27FC236}">
                <a16:creationId xmlns:a16="http://schemas.microsoft.com/office/drawing/2014/main" id="{4A3FD2CD-71BC-AC2C-5854-5E267C0D4AC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40885" y="5032675"/>
            <a:ext cx="1632292" cy="1293629"/>
          </a:xfrm>
          <a:prstGeom prst="rect">
            <a:avLst/>
          </a:prstGeom>
        </p:spPr>
      </p:pic>
      <p:pic>
        <p:nvPicPr>
          <p:cNvPr id="26" name="صورة 25">
            <a:extLst>
              <a:ext uri="{FF2B5EF4-FFF2-40B4-BE49-F238E27FC236}">
                <a16:creationId xmlns:a16="http://schemas.microsoft.com/office/drawing/2014/main" id="{F39F0F15-D43C-9751-705B-99EEFAAC334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199473" y="5020863"/>
            <a:ext cx="1657114" cy="1305442"/>
          </a:xfrm>
          <a:prstGeom prst="rect">
            <a:avLst/>
          </a:prstGeom>
        </p:spPr>
      </p:pic>
      <p:pic>
        <p:nvPicPr>
          <p:cNvPr id="28" name="صورة 27">
            <a:extLst>
              <a:ext uri="{FF2B5EF4-FFF2-40B4-BE49-F238E27FC236}">
                <a16:creationId xmlns:a16="http://schemas.microsoft.com/office/drawing/2014/main" id="{D69F44B2-D0CA-27BC-2619-D6C4D3021E1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82883" y="5024712"/>
            <a:ext cx="1661223" cy="1305442"/>
          </a:xfrm>
          <a:prstGeom prst="rect">
            <a:avLst/>
          </a:prstGeom>
        </p:spPr>
      </p:pic>
      <p:sp>
        <p:nvSpPr>
          <p:cNvPr id="10" name="Google Shape;79;p10">
            <a:extLst>
              <a:ext uri="{FF2B5EF4-FFF2-40B4-BE49-F238E27FC236}">
                <a16:creationId xmlns:a16="http://schemas.microsoft.com/office/drawing/2014/main" id="{C15954B5-937F-98A9-FBAC-E8CB1F00E99A}"/>
              </a:ext>
            </a:extLst>
          </p:cNvPr>
          <p:cNvSpPr txBox="1"/>
          <p:nvPr/>
        </p:nvSpPr>
        <p:spPr>
          <a:xfrm>
            <a:off x="3417970" y="850502"/>
            <a:ext cx="4956395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 ابتدائية و متوسطة الرد بنين 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808736F4-C33C-BE7A-E57B-1D286C8819C3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13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D8E8A569-6FE0-3E22-8126-C2D3D7FE5064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sp>
        <p:nvSpPr>
          <p:cNvPr id="14" name="Google Shape;75;p10">
            <a:extLst>
              <a:ext uri="{FF2B5EF4-FFF2-40B4-BE49-F238E27FC236}">
                <a16:creationId xmlns:a16="http://schemas.microsoft.com/office/drawing/2014/main" id="{7382F4E8-E517-EF1F-08CF-369905E8E42C}"/>
              </a:ext>
            </a:extLst>
          </p:cNvPr>
          <p:cNvSpPr txBox="1"/>
          <p:nvPr/>
        </p:nvSpPr>
        <p:spPr>
          <a:xfrm>
            <a:off x="3146590" y="456265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5" name="Google Shape;132;p1">
            <a:extLst>
              <a:ext uri="{FF2B5EF4-FFF2-40B4-BE49-F238E27FC236}">
                <a16:creationId xmlns:a16="http://schemas.microsoft.com/office/drawing/2014/main" id="{7101A285-404F-36B1-8BF6-0BCD7159734C}"/>
              </a:ext>
            </a:extLst>
          </p:cNvPr>
          <p:cNvPicPr preferRelativeResize="0"/>
          <p:nvPr/>
        </p:nvPicPr>
        <p:blipFill rotWithShape="1"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شكل حر: شكل 30">
            <a:extLst>
              <a:ext uri="{FF2B5EF4-FFF2-40B4-BE49-F238E27FC236}">
                <a16:creationId xmlns:a16="http://schemas.microsoft.com/office/drawing/2014/main" id="{176444DC-424F-7FB5-8E63-40752EF54AB9}"/>
              </a:ext>
            </a:extLst>
          </p:cNvPr>
          <p:cNvSpPr/>
          <p:nvPr/>
        </p:nvSpPr>
        <p:spPr>
          <a:xfrm rot="2700000">
            <a:off x="9645451" y="684000"/>
            <a:ext cx="4753477" cy="4284000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blipFill dpi="0" rotWithShape="0"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1" eaLnBrk="1" latinLnBrk="0" hangingPunct="1"/>
            <a:endParaRPr lang="ar-SA"/>
          </a:p>
        </p:txBody>
      </p:sp>
      <p:pic>
        <p:nvPicPr>
          <p:cNvPr id="7" name="صورة 4">
            <a:extLst>
              <a:ext uri="{FF2B5EF4-FFF2-40B4-BE49-F238E27FC236}">
                <a16:creationId xmlns:a16="http://schemas.microsoft.com/office/drawing/2014/main" id="{1D2742BD-67D4-D0D4-39C1-164E45DD8895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73713" y="5026035"/>
            <a:ext cx="1691708" cy="12894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5951CD2-5F42-D986-F035-E77ED7D1B1A5}"/>
              </a:ext>
            </a:extLst>
          </p:cNvPr>
          <p:cNvSpPr txBox="1"/>
          <p:nvPr/>
        </p:nvSpPr>
        <p:spPr>
          <a:xfrm>
            <a:off x="1094917" y="4304154"/>
            <a:ext cx="699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4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٢٠٢٥/٠٨/١٤ ٨:٥٦:٣٧ ص</a:t>
            </a:r>
          </a:p>
          <a:p>
            <a:r>
              <a:rPr lang="ar-SA" sz="4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العارضة</a:t>
            </a:r>
          </a:p>
          <a:p>
            <a:r>
              <a:rPr lang="ar-SA" sz="4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#ابتدائية ومتوسطة الرد بنين</a:t>
            </a:r>
            <a:endParaRPr lang="en-SA" sz="40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6" name="Google Shape;75;p10">
            <a:extLst>
              <a:ext uri="{FF2B5EF4-FFF2-40B4-BE49-F238E27FC236}">
                <a16:creationId xmlns:a16="http://schemas.microsoft.com/office/drawing/2014/main" id="{FF3ED041-FEA3-FE1E-D310-E0850B081088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9" name="Google Shape;76;p10">
            <a:extLst>
              <a:ext uri="{FF2B5EF4-FFF2-40B4-BE49-F238E27FC236}">
                <a16:creationId xmlns:a16="http://schemas.microsoft.com/office/drawing/2014/main" id="{714E1736-3D70-2A72-E337-A04B15B6DF17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21" name="صورة 4">
            <a:extLst>
              <a:ext uri="{FF2B5EF4-FFF2-40B4-BE49-F238E27FC236}">
                <a16:creationId xmlns:a16="http://schemas.microsoft.com/office/drawing/2014/main" id="{E625E432-E1A3-A6AD-987A-931F63782CBE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556"/>
          <a:stretch>
            <a:fillRect/>
          </a:stretch>
        </p:blipFill>
        <p:spPr>
          <a:xfrm>
            <a:off x="3819250" y="3198777"/>
            <a:ext cx="1639525" cy="1337583"/>
          </a:xfrm>
          <a:prstGeom prst="rect">
            <a:avLst/>
          </a:prstGeom>
        </p:spPr>
      </p:pic>
      <p:pic>
        <p:nvPicPr>
          <p:cNvPr id="22" name="صورة 4">
            <a:extLst>
              <a:ext uri="{FF2B5EF4-FFF2-40B4-BE49-F238E27FC236}">
                <a16:creationId xmlns:a16="http://schemas.microsoft.com/office/drawing/2014/main" id="{98DA207D-EBDE-0FA3-FBED-1154834CCBA7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336"/>
          <a:stretch>
            <a:fillRect/>
          </a:stretch>
        </p:blipFill>
        <p:spPr>
          <a:xfrm>
            <a:off x="5695622" y="1529655"/>
            <a:ext cx="1650545" cy="1226690"/>
          </a:xfrm>
          <a:prstGeom prst="rect">
            <a:avLst/>
          </a:prstGeom>
        </p:spPr>
      </p:pic>
      <p:pic>
        <p:nvPicPr>
          <p:cNvPr id="23" name="صورة 31">
            <a:extLst>
              <a:ext uri="{FF2B5EF4-FFF2-40B4-BE49-F238E27FC236}">
                <a16:creationId xmlns:a16="http://schemas.microsoft.com/office/drawing/2014/main" id="{852D807D-6010-9078-0FA2-103010DD8419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812" y="1531039"/>
            <a:ext cx="1639525" cy="1208266"/>
          </a:xfrm>
          <a:prstGeom prst="rect">
            <a:avLst/>
          </a:prstGeom>
        </p:spPr>
      </p:pic>
      <p:pic>
        <p:nvPicPr>
          <p:cNvPr id="30" name="صورة 33">
            <a:extLst>
              <a:ext uri="{FF2B5EF4-FFF2-40B4-BE49-F238E27FC236}">
                <a16:creationId xmlns:a16="http://schemas.microsoft.com/office/drawing/2014/main" id="{3CDE1827-631C-1D90-F213-46B5C45B8F54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770703" y="1531039"/>
            <a:ext cx="1668161" cy="1225306"/>
          </a:xfrm>
          <a:prstGeom prst="rect">
            <a:avLst/>
          </a:prstGeom>
        </p:spPr>
      </p:pic>
      <p:pic>
        <p:nvPicPr>
          <p:cNvPr id="31" name="صورة 4">
            <a:extLst>
              <a:ext uri="{FF2B5EF4-FFF2-40B4-BE49-F238E27FC236}">
                <a16:creationId xmlns:a16="http://schemas.microsoft.com/office/drawing/2014/main" id="{27ECBE3C-1450-8090-C0F7-412AE0E3852C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15921" y="1514977"/>
            <a:ext cx="1654086" cy="1267042"/>
          </a:xfrm>
          <a:prstGeom prst="rect">
            <a:avLst/>
          </a:prstGeom>
        </p:spPr>
      </p:pic>
      <p:pic>
        <p:nvPicPr>
          <p:cNvPr id="33" name="صورة 4">
            <a:extLst>
              <a:ext uri="{FF2B5EF4-FFF2-40B4-BE49-F238E27FC236}">
                <a16:creationId xmlns:a16="http://schemas.microsoft.com/office/drawing/2014/main" id="{C6146C36-EBC5-C003-BCB5-F45C0F4F9BCA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15930" y="1531039"/>
            <a:ext cx="1639525" cy="1219658"/>
          </a:xfrm>
          <a:prstGeom prst="rect">
            <a:avLst/>
          </a:prstGeom>
        </p:spPr>
      </p:pic>
      <p:pic>
        <p:nvPicPr>
          <p:cNvPr id="34" name="صورة 4">
            <a:extLst>
              <a:ext uri="{FF2B5EF4-FFF2-40B4-BE49-F238E27FC236}">
                <a16:creationId xmlns:a16="http://schemas.microsoft.com/office/drawing/2014/main" id="{513182C7-B02B-5EF4-6186-5AE094EDF9A3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70197" y="3201378"/>
            <a:ext cx="1706581" cy="1363030"/>
          </a:xfrm>
          <a:prstGeom prst="rect">
            <a:avLst/>
          </a:prstGeom>
        </p:spPr>
      </p:pic>
      <p:pic>
        <p:nvPicPr>
          <p:cNvPr id="35" name="صورة 4">
            <a:extLst>
              <a:ext uri="{FF2B5EF4-FFF2-40B4-BE49-F238E27FC236}">
                <a16:creationId xmlns:a16="http://schemas.microsoft.com/office/drawing/2014/main" id="{EEAC61D1-20FE-9BFE-6D0A-51C632985BCF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56634" y="3195712"/>
            <a:ext cx="1616410" cy="1340648"/>
          </a:xfrm>
          <a:prstGeom prst="rect">
            <a:avLst/>
          </a:prstGeom>
        </p:spPr>
      </p:pic>
      <p:pic>
        <p:nvPicPr>
          <p:cNvPr id="37" name="صورة 4">
            <a:extLst>
              <a:ext uri="{FF2B5EF4-FFF2-40B4-BE49-F238E27FC236}">
                <a16:creationId xmlns:a16="http://schemas.microsoft.com/office/drawing/2014/main" id="{F1B5EE8E-EAEA-BCDB-EEE0-8BD4D77E9B5F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36301" y="3198778"/>
            <a:ext cx="1644850" cy="1348987"/>
          </a:xfrm>
          <a:prstGeom prst="rect">
            <a:avLst/>
          </a:prstGeom>
        </p:spPr>
      </p:pic>
      <p:pic>
        <p:nvPicPr>
          <p:cNvPr id="40" name="صورة 22">
            <a:extLst>
              <a:ext uri="{FF2B5EF4-FFF2-40B4-BE49-F238E27FC236}">
                <a16:creationId xmlns:a16="http://schemas.microsoft.com/office/drawing/2014/main" id="{3F1FD6A2-DDF6-7DD5-79B2-6A6658409BBB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0282" y="3195711"/>
            <a:ext cx="1604098" cy="1320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707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582B9-1D21-A55D-4029-98A59D255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F1B5AC61-3799-8B64-4734-849493786C90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6099823F-4CBD-AFD1-3E20-AB5BDAC11FC4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2C793C27-13D0-0481-9D8C-77BDF43DF4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D2BDE23F-6042-9C97-42C8-20AD03EB54FC}"/>
              </a:ext>
            </a:extLst>
          </p:cNvPr>
          <p:cNvGrpSpPr/>
          <p:nvPr/>
        </p:nvGrpSpPr>
        <p:grpSpPr>
          <a:xfrm>
            <a:off x="210992" y="6673703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4E7333DB-2458-67A9-7EA6-B2767FA62329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CE503258-ED08-25F5-88C4-1F414CC0787B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4DF02C16-2767-AF5B-7283-46B50EF5EB4C}"/>
              </a:ext>
            </a:extLst>
          </p:cNvPr>
          <p:cNvSpPr txBox="1"/>
          <p:nvPr/>
        </p:nvSpPr>
        <p:spPr>
          <a:xfrm>
            <a:off x="9531024" y="6253460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7686B34F-D1F3-6DA4-90C0-CA9ECA97DE3B}"/>
              </a:ext>
            </a:extLst>
          </p:cNvPr>
          <p:cNvSpPr/>
          <p:nvPr/>
        </p:nvSpPr>
        <p:spPr>
          <a:xfrm>
            <a:off x="7530169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8EF6AC6B-39B0-A140-6EC4-6D5F4F0E4871}"/>
              </a:ext>
            </a:extLst>
          </p:cNvPr>
          <p:cNvSpPr txBox="1"/>
          <p:nvPr/>
        </p:nvSpPr>
        <p:spPr>
          <a:xfrm>
            <a:off x="7342230" y="28241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55C0FAB0-4651-DA65-1473-CF473CF6F3A4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B8AC6A82-D3DB-36FF-B7E6-0E2A399BBEC2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04D4EDFC-B987-B274-3B8B-449F3CB8A5C4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B2A8803A-9FC0-D0C7-0FD0-CE367C28105D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E10302D9-EFFE-4A98-C690-6B0CAB4B4D32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7" name="Google Shape;372;p23">
            <a:extLst>
              <a:ext uri="{FF2B5EF4-FFF2-40B4-BE49-F238E27FC236}">
                <a16:creationId xmlns:a16="http://schemas.microsoft.com/office/drawing/2014/main" id="{6C426FBE-2BAF-91DF-B673-BBD9AD3E5EA2}"/>
              </a:ext>
            </a:extLst>
          </p:cNvPr>
          <p:cNvSpPr/>
          <p:nvPr/>
        </p:nvSpPr>
        <p:spPr>
          <a:xfrm>
            <a:off x="6086992" y="646423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96B209AC-EFC2-4019-DCBE-35F52D767B90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8FC263BC-0C98-401D-5516-9AD0A23A1968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B9E8D0E4-E47A-3F35-06AC-4A0D2CD81C7B}"/>
              </a:ext>
            </a:extLst>
          </p:cNvPr>
          <p:cNvSpPr/>
          <p:nvPr/>
        </p:nvSpPr>
        <p:spPr>
          <a:xfrm>
            <a:off x="3784099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372;p23">
            <a:extLst>
              <a:ext uri="{FF2B5EF4-FFF2-40B4-BE49-F238E27FC236}">
                <a16:creationId xmlns:a16="http://schemas.microsoft.com/office/drawing/2014/main" id="{784179B6-BCD4-1DB5-68B7-9E2E07D060FC}"/>
              </a:ext>
            </a:extLst>
          </p:cNvPr>
          <p:cNvSpPr/>
          <p:nvPr/>
        </p:nvSpPr>
        <p:spPr>
          <a:xfrm>
            <a:off x="4199473" y="642998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E8685716-9162-DF45-B09B-917706676DDE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4A2E0CCF-019E-AE08-9223-C1A018E9439F}"/>
              </a:ext>
            </a:extLst>
          </p:cNvPr>
          <p:cNvSpPr/>
          <p:nvPr/>
        </p:nvSpPr>
        <p:spPr>
          <a:xfrm>
            <a:off x="1915930" y="470604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372;p23">
            <a:extLst>
              <a:ext uri="{FF2B5EF4-FFF2-40B4-BE49-F238E27FC236}">
                <a16:creationId xmlns:a16="http://schemas.microsoft.com/office/drawing/2014/main" id="{F5745401-0D26-DB6C-DBC3-78C2098F68DC}"/>
              </a:ext>
            </a:extLst>
          </p:cNvPr>
          <p:cNvSpPr/>
          <p:nvPr/>
        </p:nvSpPr>
        <p:spPr>
          <a:xfrm>
            <a:off x="2321871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3" name="Google Shape;372;p23">
            <a:extLst>
              <a:ext uri="{FF2B5EF4-FFF2-40B4-BE49-F238E27FC236}">
                <a16:creationId xmlns:a16="http://schemas.microsoft.com/office/drawing/2014/main" id="{C2E245E1-FBE6-ECD2-B913-1373F4FC615C}"/>
              </a:ext>
            </a:extLst>
          </p:cNvPr>
          <p:cNvSpPr/>
          <p:nvPr/>
        </p:nvSpPr>
        <p:spPr>
          <a:xfrm>
            <a:off x="367417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6680EC25-67BC-5232-0104-B20BB3CDC4E2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00EE4837-D17C-4D9C-3F9F-A7FDF11F4E18}"/>
              </a:ext>
            </a:extLst>
          </p:cNvPr>
          <p:cNvSpPr/>
          <p:nvPr/>
        </p:nvSpPr>
        <p:spPr>
          <a:xfrm>
            <a:off x="57266" y="470990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174F2259-70F7-81CF-001F-689CC12919F4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C114E24A-0932-43F7-10DF-73409E075E4E}"/>
              </a:ext>
            </a:extLst>
          </p:cNvPr>
          <p:cNvSpPr txBox="1"/>
          <p:nvPr/>
        </p:nvSpPr>
        <p:spPr>
          <a:xfrm>
            <a:off x="-58762" y="4674932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4C5CB846-F38C-95F0-E854-ABAF85DB101D}"/>
              </a:ext>
            </a:extLst>
          </p:cNvPr>
          <p:cNvSpPr txBox="1"/>
          <p:nvPr/>
        </p:nvSpPr>
        <p:spPr>
          <a:xfrm>
            <a:off x="1756984" y="466313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4E916F42-9B31-3C6D-6FDA-EEE4A861153D}"/>
              </a:ext>
            </a:extLst>
          </p:cNvPr>
          <p:cNvSpPr txBox="1"/>
          <p:nvPr/>
        </p:nvSpPr>
        <p:spPr>
          <a:xfrm>
            <a:off x="3658699" y="46537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121CB63C-7AFC-1A69-AEA3-858C091A86F3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4" name="Google Shape;76;p10">
            <a:extLst>
              <a:ext uri="{FF2B5EF4-FFF2-40B4-BE49-F238E27FC236}">
                <a16:creationId xmlns:a16="http://schemas.microsoft.com/office/drawing/2014/main" id="{7936F7DB-4885-47B5-BC8D-B7D509C4F14B}"/>
              </a:ext>
            </a:extLst>
          </p:cNvPr>
          <p:cNvSpPr txBox="1"/>
          <p:nvPr/>
        </p:nvSpPr>
        <p:spPr>
          <a:xfrm>
            <a:off x="7366681" y="463167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DC5C1C6E-46B2-A48D-486F-A713A47B3352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F4AA43DE-6A22-1AD8-2819-FB82EA42DB92}"/>
              </a:ext>
            </a:extLst>
          </p:cNvPr>
          <p:cNvSpPr txBox="1"/>
          <p:nvPr/>
        </p:nvSpPr>
        <p:spPr>
          <a:xfrm>
            <a:off x="-135470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7" name="Google Shape;76;p10">
            <a:extLst>
              <a:ext uri="{FF2B5EF4-FFF2-40B4-BE49-F238E27FC236}">
                <a16:creationId xmlns:a16="http://schemas.microsoft.com/office/drawing/2014/main" id="{2F77F113-5903-4774-DE3B-72E1FBA8E9A8}"/>
              </a:ext>
            </a:extLst>
          </p:cNvPr>
          <p:cNvSpPr txBox="1"/>
          <p:nvPr/>
        </p:nvSpPr>
        <p:spPr>
          <a:xfrm>
            <a:off x="5967625" y="643019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8" name="Google Shape;76;p10">
            <a:extLst>
              <a:ext uri="{FF2B5EF4-FFF2-40B4-BE49-F238E27FC236}">
                <a16:creationId xmlns:a16="http://schemas.microsoft.com/office/drawing/2014/main" id="{DB386638-B5C2-B2BF-CC34-D927E09C0DA6}"/>
              </a:ext>
            </a:extLst>
          </p:cNvPr>
          <p:cNvSpPr txBox="1"/>
          <p:nvPr/>
        </p:nvSpPr>
        <p:spPr>
          <a:xfrm>
            <a:off x="3993435" y="640898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9" name="Google Shape;76;p10">
            <a:extLst>
              <a:ext uri="{FF2B5EF4-FFF2-40B4-BE49-F238E27FC236}">
                <a16:creationId xmlns:a16="http://schemas.microsoft.com/office/drawing/2014/main" id="{CD04D443-2E2C-F311-45D6-454FCCDF6F40}"/>
              </a:ext>
            </a:extLst>
          </p:cNvPr>
          <p:cNvSpPr txBox="1"/>
          <p:nvPr/>
        </p:nvSpPr>
        <p:spPr>
          <a:xfrm>
            <a:off x="2164894" y="641995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0" name="Google Shape;76;p10">
            <a:extLst>
              <a:ext uri="{FF2B5EF4-FFF2-40B4-BE49-F238E27FC236}">
                <a16:creationId xmlns:a16="http://schemas.microsoft.com/office/drawing/2014/main" id="{3D66926E-6107-B077-A334-750873EB4002}"/>
              </a:ext>
            </a:extLst>
          </p:cNvPr>
          <p:cNvSpPr txBox="1"/>
          <p:nvPr/>
        </p:nvSpPr>
        <p:spPr>
          <a:xfrm>
            <a:off x="190704" y="6428881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24" name="صورة 23">
            <a:extLst>
              <a:ext uri="{FF2B5EF4-FFF2-40B4-BE49-F238E27FC236}">
                <a16:creationId xmlns:a16="http://schemas.microsoft.com/office/drawing/2014/main" id="{A5450B0E-A102-4F83-BCA0-FD58CA0EE3E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20827" y="5042020"/>
            <a:ext cx="1645714" cy="1284405"/>
          </a:xfrm>
          <a:prstGeom prst="rect">
            <a:avLst/>
          </a:prstGeom>
        </p:spPr>
      </p:pic>
      <p:sp>
        <p:nvSpPr>
          <p:cNvPr id="10" name="Google Shape;79;p10">
            <a:extLst>
              <a:ext uri="{FF2B5EF4-FFF2-40B4-BE49-F238E27FC236}">
                <a16:creationId xmlns:a16="http://schemas.microsoft.com/office/drawing/2014/main" id="{4C17870C-FD71-37CF-0D6A-68CF65A9422F}"/>
              </a:ext>
            </a:extLst>
          </p:cNvPr>
          <p:cNvSpPr txBox="1"/>
          <p:nvPr/>
        </p:nvSpPr>
        <p:spPr>
          <a:xfrm>
            <a:off x="3417970" y="850502"/>
            <a:ext cx="4956395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 ابتدائية و متوسطة الحميراء بنين)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72591DD0-4561-09AB-BA66-2D1390EDE45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13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A6F2F7FD-2AFA-E81C-2920-1C1655A25F1A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sp>
        <p:nvSpPr>
          <p:cNvPr id="14" name="Google Shape;75;p10">
            <a:extLst>
              <a:ext uri="{FF2B5EF4-FFF2-40B4-BE49-F238E27FC236}">
                <a16:creationId xmlns:a16="http://schemas.microsoft.com/office/drawing/2014/main" id="{EBE09319-5EF6-35A0-7241-F1C50DACC9FE}"/>
              </a:ext>
            </a:extLst>
          </p:cNvPr>
          <p:cNvSpPr txBox="1"/>
          <p:nvPr/>
        </p:nvSpPr>
        <p:spPr>
          <a:xfrm>
            <a:off x="3146590" y="456265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5" name="Google Shape;132;p1">
            <a:extLst>
              <a:ext uri="{FF2B5EF4-FFF2-40B4-BE49-F238E27FC236}">
                <a16:creationId xmlns:a16="http://schemas.microsoft.com/office/drawing/2014/main" id="{2E3A1655-0480-D1DC-1D15-1C2BFD5054ED}"/>
              </a:ext>
            </a:extLst>
          </p:cNvPr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صورة 4">
            <a:extLst>
              <a:ext uri="{FF2B5EF4-FFF2-40B4-BE49-F238E27FC236}">
                <a16:creationId xmlns:a16="http://schemas.microsoft.com/office/drawing/2014/main" id="{14E9FDAB-C6B1-C3EF-BE64-B5E1A9B87EFA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42569" y="5067926"/>
            <a:ext cx="1645714" cy="1260069"/>
          </a:xfrm>
          <a:prstGeom prst="rect">
            <a:avLst/>
          </a:prstGeom>
        </p:spPr>
      </p:pic>
      <p:pic>
        <p:nvPicPr>
          <p:cNvPr id="3" name="صورة 4">
            <a:extLst>
              <a:ext uri="{FF2B5EF4-FFF2-40B4-BE49-F238E27FC236}">
                <a16:creationId xmlns:a16="http://schemas.microsoft.com/office/drawing/2014/main" id="{19DA588F-0BD6-DA3D-4102-FC34F5886FAA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019"/>
          <a:stretch>
            <a:fillRect/>
          </a:stretch>
        </p:blipFill>
        <p:spPr>
          <a:xfrm>
            <a:off x="6078663" y="5067926"/>
            <a:ext cx="1665443" cy="1284405"/>
          </a:xfrm>
          <a:prstGeom prst="rect">
            <a:avLst/>
          </a:prstGeom>
        </p:spPr>
      </p:pic>
      <p:pic>
        <p:nvPicPr>
          <p:cNvPr id="11" name="صورة 4">
            <a:extLst>
              <a:ext uri="{FF2B5EF4-FFF2-40B4-BE49-F238E27FC236}">
                <a16:creationId xmlns:a16="http://schemas.microsoft.com/office/drawing/2014/main" id="{6132E02E-7E86-F617-1077-2BD0BADB9DB9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4315" y="5067927"/>
            <a:ext cx="1607410" cy="1254132"/>
          </a:xfrm>
          <a:prstGeom prst="rect">
            <a:avLst/>
          </a:prstGeom>
        </p:spPr>
      </p:pic>
      <p:sp>
        <p:nvSpPr>
          <p:cNvPr id="16" name="Google Shape;75;p10">
            <a:extLst>
              <a:ext uri="{FF2B5EF4-FFF2-40B4-BE49-F238E27FC236}">
                <a16:creationId xmlns:a16="http://schemas.microsoft.com/office/drawing/2014/main" id="{58512C14-13C4-39DF-B88F-0E81E163F0F2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8" name="Google Shape;76;p10">
            <a:extLst>
              <a:ext uri="{FF2B5EF4-FFF2-40B4-BE49-F238E27FC236}">
                <a16:creationId xmlns:a16="http://schemas.microsoft.com/office/drawing/2014/main" id="{0780B27D-9EF6-E9A1-BBD9-DE9500A8EEF7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2" name="شكل حر: شكل 30">
            <a:extLst>
              <a:ext uri="{FF2B5EF4-FFF2-40B4-BE49-F238E27FC236}">
                <a16:creationId xmlns:a16="http://schemas.microsoft.com/office/drawing/2014/main" id="{9CCC4C57-235B-AAD4-9988-C686A18301EA}"/>
              </a:ext>
            </a:extLst>
          </p:cNvPr>
          <p:cNvSpPr/>
          <p:nvPr/>
        </p:nvSpPr>
        <p:spPr>
          <a:xfrm rot="2700000">
            <a:off x="9647363" y="735593"/>
            <a:ext cx="4753477" cy="4278591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blipFill dpi="0" rotWithShape="1"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1" eaLnBrk="1" latinLnBrk="0" hangingPunct="1"/>
            <a:endParaRPr lang="ar-SA" dirty="0"/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587C9D59-1C17-AEA5-5A08-9D97EEBC150C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3954" y="3191432"/>
            <a:ext cx="1582103" cy="1360414"/>
          </a:xfrm>
          <a:prstGeom prst="rect">
            <a:avLst/>
          </a:prstGeom>
        </p:spPr>
      </p:pic>
      <p:pic>
        <p:nvPicPr>
          <p:cNvPr id="6" name="صورة 4">
            <a:extLst>
              <a:ext uri="{FF2B5EF4-FFF2-40B4-BE49-F238E27FC236}">
                <a16:creationId xmlns:a16="http://schemas.microsoft.com/office/drawing/2014/main" id="{098D1E3F-5A6F-A548-FDC3-4C34C0724D0D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119"/>
          <a:stretch>
            <a:fillRect/>
          </a:stretch>
        </p:blipFill>
        <p:spPr>
          <a:xfrm>
            <a:off x="5676766" y="1507208"/>
            <a:ext cx="1650545" cy="1285935"/>
          </a:xfrm>
          <a:prstGeom prst="rect">
            <a:avLst/>
          </a:prstGeom>
        </p:spPr>
      </p:pic>
      <p:pic>
        <p:nvPicPr>
          <p:cNvPr id="7" name="صورة 31">
            <a:extLst>
              <a:ext uri="{FF2B5EF4-FFF2-40B4-BE49-F238E27FC236}">
                <a16:creationId xmlns:a16="http://schemas.microsoft.com/office/drawing/2014/main" id="{F1CD02E6-5D10-B1E5-3CC5-85A6C4B1B68A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812" y="1465600"/>
            <a:ext cx="1639525" cy="1286864"/>
          </a:xfrm>
          <a:prstGeom prst="rect">
            <a:avLst/>
          </a:prstGeom>
        </p:spPr>
      </p:pic>
      <p:pic>
        <p:nvPicPr>
          <p:cNvPr id="17" name="صورة 33">
            <a:extLst>
              <a:ext uri="{FF2B5EF4-FFF2-40B4-BE49-F238E27FC236}">
                <a16:creationId xmlns:a16="http://schemas.microsoft.com/office/drawing/2014/main" id="{930E6AD9-AFAB-571F-2E11-C5918AE75B66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008"/>
          <a:stretch>
            <a:fillRect/>
          </a:stretch>
        </p:blipFill>
        <p:spPr>
          <a:xfrm>
            <a:off x="3770703" y="1478414"/>
            <a:ext cx="1668161" cy="1294644"/>
          </a:xfrm>
          <a:prstGeom prst="rect">
            <a:avLst/>
          </a:prstGeom>
        </p:spPr>
      </p:pic>
      <p:pic>
        <p:nvPicPr>
          <p:cNvPr id="19" name="صورة 4">
            <a:extLst>
              <a:ext uri="{FF2B5EF4-FFF2-40B4-BE49-F238E27FC236}">
                <a16:creationId xmlns:a16="http://schemas.microsoft.com/office/drawing/2014/main" id="{8CEF3D55-96E3-72CF-2C5B-2CF9A41EAFC5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4054"/>
          <a:stretch>
            <a:fillRect/>
          </a:stretch>
        </p:blipFill>
        <p:spPr>
          <a:xfrm>
            <a:off x="7515921" y="1514976"/>
            <a:ext cx="1654086" cy="1307124"/>
          </a:xfrm>
          <a:prstGeom prst="rect">
            <a:avLst/>
          </a:prstGeom>
        </p:spPr>
      </p:pic>
      <p:pic>
        <p:nvPicPr>
          <p:cNvPr id="20" name="صورة 4">
            <a:extLst>
              <a:ext uri="{FF2B5EF4-FFF2-40B4-BE49-F238E27FC236}">
                <a16:creationId xmlns:a16="http://schemas.microsoft.com/office/drawing/2014/main" id="{72870E23-14FC-712E-B849-90D52C70732E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772"/>
          <a:stretch>
            <a:fillRect/>
          </a:stretch>
        </p:blipFill>
        <p:spPr>
          <a:xfrm>
            <a:off x="1879213" y="1465599"/>
            <a:ext cx="1668161" cy="1307459"/>
          </a:xfrm>
          <a:prstGeom prst="rect">
            <a:avLst/>
          </a:prstGeom>
        </p:spPr>
      </p:pic>
      <p:pic>
        <p:nvPicPr>
          <p:cNvPr id="21" name="صورة 4">
            <a:extLst>
              <a:ext uri="{FF2B5EF4-FFF2-40B4-BE49-F238E27FC236}">
                <a16:creationId xmlns:a16="http://schemas.microsoft.com/office/drawing/2014/main" id="{8C57909C-ADF1-BA74-2CD4-726E0B141F5C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70197" y="3205570"/>
            <a:ext cx="1706581" cy="1321447"/>
          </a:xfrm>
          <a:prstGeom prst="rect">
            <a:avLst/>
          </a:prstGeom>
        </p:spPr>
      </p:pic>
      <p:pic>
        <p:nvPicPr>
          <p:cNvPr id="23" name="صورة 4">
            <a:extLst>
              <a:ext uri="{FF2B5EF4-FFF2-40B4-BE49-F238E27FC236}">
                <a16:creationId xmlns:a16="http://schemas.microsoft.com/office/drawing/2014/main" id="{C5F73887-56C0-2394-9092-79DA9A9EA15A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697"/>
          <a:stretch>
            <a:fillRect/>
          </a:stretch>
        </p:blipFill>
        <p:spPr>
          <a:xfrm>
            <a:off x="1956634" y="3191432"/>
            <a:ext cx="1616410" cy="1373098"/>
          </a:xfrm>
          <a:prstGeom prst="rect">
            <a:avLst/>
          </a:prstGeom>
        </p:spPr>
      </p:pic>
      <p:pic>
        <p:nvPicPr>
          <p:cNvPr id="29" name="صورة 4">
            <a:extLst>
              <a:ext uri="{FF2B5EF4-FFF2-40B4-BE49-F238E27FC236}">
                <a16:creationId xmlns:a16="http://schemas.microsoft.com/office/drawing/2014/main" id="{16707EEF-1211-20D6-1E8A-529D10EBBA5D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891"/>
          <a:stretch>
            <a:fillRect/>
          </a:stretch>
        </p:blipFill>
        <p:spPr>
          <a:xfrm>
            <a:off x="7536301" y="3198777"/>
            <a:ext cx="1644850" cy="1373098"/>
          </a:xfrm>
          <a:prstGeom prst="rect">
            <a:avLst/>
          </a:prstGeom>
        </p:spPr>
      </p:pic>
      <p:pic>
        <p:nvPicPr>
          <p:cNvPr id="30" name="صورة 4">
            <a:extLst>
              <a:ext uri="{FF2B5EF4-FFF2-40B4-BE49-F238E27FC236}">
                <a16:creationId xmlns:a16="http://schemas.microsoft.com/office/drawing/2014/main" id="{DF0A66A5-B13A-EA30-CBE0-83FBD3A9249E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991"/>
          <a:stretch>
            <a:fillRect/>
          </a:stretch>
        </p:blipFill>
        <p:spPr>
          <a:xfrm>
            <a:off x="3806400" y="3205570"/>
            <a:ext cx="1639525" cy="1321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207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28312-0B0D-374D-68E0-BF6A15589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E5BB11CF-0F04-1FB9-6994-7FB13CF728B2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CCD55C80-AE5D-50B0-4E0D-940CF15B3D7F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7A33D2B0-DB58-6BBC-7145-51EB0119CD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C8C1DD9F-89B6-19F9-D2FF-805E9A98877C}"/>
              </a:ext>
            </a:extLst>
          </p:cNvPr>
          <p:cNvGrpSpPr/>
          <p:nvPr/>
        </p:nvGrpSpPr>
        <p:grpSpPr>
          <a:xfrm>
            <a:off x="0" y="6658993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2EF2AC0F-036B-50C2-64F1-EF4ECCFA96FC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0CFA919F-FA29-2886-A655-106178A44631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DD93C657-B33C-3770-CAF5-7A94F7ED2973}"/>
              </a:ext>
            </a:extLst>
          </p:cNvPr>
          <p:cNvSpPr txBox="1"/>
          <p:nvPr/>
        </p:nvSpPr>
        <p:spPr>
          <a:xfrm>
            <a:off x="9531024" y="6253460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1D7DF05A-5FAB-8226-C77F-A1D4624045D4}"/>
              </a:ext>
            </a:extLst>
          </p:cNvPr>
          <p:cNvSpPr/>
          <p:nvPr/>
        </p:nvSpPr>
        <p:spPr>
          <a:xfrm>
            <a:off x="7530169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02DAC922-52E0-456D-483C-BDBC746B968D}"/>
              </a:ext>
            </a:extLst>
          </p:cNvPr>
          <p:cNvSpPr txBox="1"/>
          <p:nvPr/>
        </p:nvSpPr>
        <p:spPr>
          <a:xfrm>
            <a:off x="7342230" y="28241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C8C2EA5B-3680-2849-8A20-1E3F4AEAD0AE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3AE420D1-A578-DF2A-8B74-5B84C7D41DCF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313F734E-14A0-FD9D-A1DA-11A6E032CCA6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9EE14F70-ED5C-AB13-8AA6-80CC66961C95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8BB55A7D-CDD9-4419-32B1-0550F3713714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66C539EB-8332-83E0-8C55-D2635A01DCD4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FFD05790-F2F4-CDFB-DA93-73EDC2A9B893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C15A2EAD-710E-F55B-CB30-9CB55600DA85}"/>
              </a:ext>
            </a:extLst>
          </p:cNvPr>
          <p:cNvSpPr/>
          <p:nvPr/>
        </p:nvSpPr>
        <p:spPr>
          <a:xfrm>
            <a:off x="3784099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269A9DB0-51BF-743F-F702-999B228D3ABB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3BB24D03-B07B-FB22-319E-901C255C995A}"/>
              </a:ext>
            </a:extLst>
          </p:cNvPr>
          <p:cNvSpPr/>
          <p:nvPr/>
        </p:nvSpPr>
        <p:spPr>
          <a:xfrm>
            <a:off x="1915930" y="470604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656AF584-26B5-1E76-E450-C1F4F9F8D6E3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C13EF65D-20EE-B6D6-AD84-C8A3F6EE5251}"/>
              </a:ext>
            </a:extLst>
          </p:cNvPr>
          <p:cNvSpPr/>
          <p:nvPr/>
        </p:nvSpPr>
        <p:spPr>
          <a:xfrm>
            <a:off x="57266" y="470990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3BC8A215-0159-6650-D6B5-3E1849A25AC6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091D606D-912C-F73A-7BB5-E6AAE73677CD}"/>
              </a:ext>
            </a:extLst>
          </p:cNvPr>
          <p:cNvSpPr txBox="1"/>
          <p:nvPr/>
        </p:nvSpPr>
        <p:spPr>
          <a:xfrm>
            <a:off x="-58762" y="4674932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EDE3F8C2-3D06-304A-D408-EF2CAF7EC527}"/>
              </a:ext>
            </a:extLst>
          </p:cNvPr>
          <p:cNvSpPr txBox="1"/>
          <p:nvPr/>
        </p:nvSpPr>
        <p:spPr>
          <a:xfrm>
            <a:off x="1756984" y="466313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3315AF58-0B67-1E27-ABC9-162E66D8EC8D}"/>
              </a:ext>
            </a:extLst>
          </p:cNvPr>
          <p:cNvSpPr txBox="1"/>
          <p:nvPr/>
        </p:nvSpPr>
        <p:spPr>
          <a:xfrm>
            <a:off x="3658699" y="46537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2F072CB8-9ED5-E476-28E6-CC75DAC3FB2C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4" name="Google Shape;76;p10">
            <a:extLst>
              <a:ext uri="{FF2B5EF4-FFF2-40B4-BE49-F238E27FC236}">
                <a16:creationId xmlns:a16="http://schemas.microsoft.com/office/drawing/2014/main" id="{AD517716-9FE4-E1A1-57A2-082028CBC147}"/>
              </a:ext>
            </a:extLst>
          </p:cNvPr>
          <p:cNvSpPr txBox="1"/>
          <p:nvPr/>
        </p:nvSpPr>
        <p:spPr>
          <a:xfrm>
            <a:off x="7366681" y="463167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145C25BB-4E4F-B6D8-3E6C-036677083012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13385B55-7494-967C-1D29-7EF7C36F560C}"/>
              </a:ext>
            </a:extLst>
          </p:cNvPr>
          <p:cNvSpPr txBox="1"/>
          <p:nvPr/>
        </p:nvSpPr>
        <p:spPr>
          <a:xfrm>
            <a:off x="-135470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24" name="صورة 23">
            <a:extLst>
              <a:ext uri="{FF2B5EF4-FFF2-40B4-BE49-F238E27FC236}">
                <a16:creationId xmlns:a16="http://schemas.microsoft.com/office/drawing/2014/main" id="{1B396A83-AD0D-58AA-AB0B-E8E56DBA03F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558599" y="5107313"/>
            <a:ext cx="1922487" cy="1237454"/>
          </a:xfrm>
          <a:prstGeom prst="rect">
            <a:avLst/>
          </a:prstGeom>
        </p:spPr>
      </p:pic>
      <p:sp>
        <p:nvSpPr>
          <p:cNvPr id="10" name="Google Shape;79;p10">
            <a:extLst>
              <a:ext uri="{FF2B5EF4-FFF2-40B4-BE49-F238E27FC236}">
                <a16:creationId xmlns:a16="http://schemas.microsoft.com/office/drawing/2014/main" id="{6279E91C-192C-C415-3CA7-A2F7115F6D3B}"/>
              </a:ext>
            </a:extLst>
          </p:cNvPr>
          <p:cNvSpPr txBox="1"/>
          <p:nvPr/>
        </p:nvSpPr>
        <p:spPr>
          <a:xfrm>
            <a:off x="3417970" y="850502"/>
            <a:ext cx="4956395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 ثانوية الحميراء بنين)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4D1F9C46-9418-B79F-BA0D-28D5E809AAB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13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4824FCDA-C4BD-5DDB-7483-90EAE743EB21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sp>
        <p:nvSpPr>
          <p:cNvPr id="14" name="Google Shape;75;p10">
            <a:extLst>
              <a:ext uri="{FF2B5EF4-FFF2-40B4-BE49-F238E27FC236}">
                <a16:creationId xmlns:a16="http://schemas.microsoft.com/office/drawing/2014/main" id="{AB8B407A-3CEC-71DE-4928-D0A205C31640}"/>
              </a:ext>
            </a:extLst>
          </p:cNvPr>
          <p:cNvSpPr txBox="1"/>
          <p:nvPr/>
        </p:nvSpPr>
        <p:spPr>
          <a:xfrm>
            <a:off x="3146590" y="456265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5" name="Google Shape;132;p1">
            <a:extLst>
              <a:ext uri="{FF2B5EF4-FFF2-40B4-BE49-F238E27FC236}">
                <a16:creationId xmlns:a16="http://schemas.microsoft.com/office/drawing/2014/main" id="{4407C114-0104-9FAE-D78A-86A956A737D7}"/>
              </a:ext>
            </a:extLst>
          </p:cNvPr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شكل حر: شكل 30">
            <a:extLst>
              <a:ext uri="{FF2B5EF4-FFF2-40B4-BE49-F238E27FC236}">
                <a16:creationId xmlns:a16="http://schemas.microsoft.com/office/drawing/2014/main" id="{BC5E1DCE-3021-7BB6-DC4A-37EDF9F3C61A}"/>
              </a:ext>
            </a:extLst>
          </p:cNvPr>
          <p:cNvSpPr/>
          <p:nvPr/>
        </p:nvSpPr>
        <p:spPr>
          <a:xfrm rot="2700000">
            <a:off x="9647579" y="691527"/>
            <a:ext cx="4752000" cy="4278591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1" eaLnBrk="1" latinLnBrk="0" hangingPunct="1"/>
            <a:endParaRPr lang="ar-SA"/>
          </a:p>
        </p:txBody>
      </p:sp>
      <p:pic>
        <p:nvPicPr>
          <p:cNvPr id="12" name="صورة 23">
            <a:extLst>
              <a:ext uri="{FF2B5EF4-FFF2-40B4-BE49-F238E27FC236}">
                <a16:creationId xmlns:a16="http://schemas.microsoft.com/office/drawing/2014/main" id="{3C76BABD-DA99-AA8D-E7E4-FC3F4C6D0BF7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254"/>
          <a:stretch>
            <a:fillRect/>
          </a:stretch>
        </p:blipFill>
        <p:spPr>
          <a:xfrm>
            <a:off x="3340955" y="5103328"/>
            <a:ext cx="1817259" cy="1271169"/>
          </a:xfrm>
          <a:prstGeom prst="rect">
            <a:avLst/>
          </a:prstGeom>
        </p:spPr>
      </p:pic>
      <p:pic>
        <p:nvPicPr>
          <p:cNvPr id="31" name="صورة 23">
            <a:extLst>
              <a:ext uri="{FF2B5EF4-FFF2-40B4-BE49-F238E27FC236}">
                <a16:creationId xmlns:a16="http://schemas.microsoft.com/office/drawing/2014/main" id="{1F993DF3-7C3A-D4E5-57A5-06AB61898BA8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631"/>
          <a:stretch>
            <a:fillRect/>
          </a:stretch>
        </p:blipFill>
        <p:spPr>
          <a:xfrm>
            <a:off x="987583" y="5091531"/>
            <a:ext cx="1851055" cy="1293006"/>
          </a:xfrm>
          <a:prstGeom prst="rect">
            <a:avLst/>
          </a:prstGeom>
        </p:spPr>
      </p:pic>
      <p:sp>
        <p:nvSpPr>
          <p:cNvPr id="32" name="Google Shape;372;p23">
            <a:extLst>
              <a:ext uri="{FF2B5EF4-FFF2-40B4-BE49-F238E27FC236}">
                <a16:creationId xmlns:a16="http://schemas.microsoft.com/office/drawing/2014/main" id="{BC99A483-3534-D2BB-9DC6-EB99E7280B60}"/>
              </a:ext>
            </a:extLst>
          </p:cNvPr>
          <p:cNvSpPr/>
          <p:nvPr/>
        </p:nvSpPr>
        <p:spPr>
          <a:xfrm>
            <a:off x="5571601" y="6428321"/>
            <a:ext cx="1922487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3" name="Google Shape;372;p23">
            <a:extLst>
              <a:ext uri="{FF2B5EF4-FFF2-40B4-BE49-F238E27FC236}">
                <a16:creationId xmlns:a16="http://schemas.microsoft.com/office/drawing/2014/main" id="{873D4ABB-C2D8-03C5-FC5A-6505328A3505}"/>
              </a:ext>
            </a:extLst>
          </p:cNvPr>
          <p:cNvSpPr/>
          <p:nvPr/>
        </p:nvSpPr>
        <p:spPr>
          <a:xfrm>
            <a:off x="3340955" y="6439247"/>
            <a:ext cx="1817259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4" name="Google Shape;372;p23">
            <a:extLst>
              <a:ext uri="{FF2B5EF4-FFF2-40B4-BE49-F238E27FC236}">
                <a16:creationId xmlns:a16="http://schemas.microsoft.com/office/drawing/2014/main" id="{48269199-E5DF-2545-9062-19BCFBE56DCA}"/>
              </a:ext>
            </a:extLst>
          </p:cNvPr>
          <p:cNvSpPr/>
          <p:nvPr/>
        </p:nvSpPr>
        <p:spPr>
          <a:xfrm>
            <a:off x="1021380" y="6439247"/>
            <a:ext cx="1817259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5" name="Google Shape;76;p10">
            <a:extLst>
              <a:ext uri="{FF2B5EF4-FFF2-40B4-BE49-F238E27FC236}">
                <a16:creationId xmlns:a16="http://schemas.microsoft.com/office/drawing/2014/main" id="{6E205BF7-10CF-D633-7785-9B16C177962B}"/>
              </a:ext>
            </a:extLst>
          </p:cNvPr>
          <p:cNvSpPr txBox="1"/>
          <p:nvPr/>
        </p:nvSpPr>
        <p:spPr>
          <a:xfrm>
            <a:off x="6010151" y="6399695"/>
            <a:ext cx="1030516" cy="25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7" name="Google Shape;76;p10">
            <a:extLst>
              <a:ext uri="{FF2B5EF4-FFF2-40B4-BE49-F238E27FC236}">
                <a16:creationId xmlns:a16="http://schemas.microsoft.com/office/drawing/2014/main" id="{E847F9FB-839D-97C5-565C-DDA32A879634}"/>
              </a:ext>
            </a:extLst>
          </p:cNvPr>
          <p:cNvSpPr txBox="1"/>
          <p:nvPr/>
        </p:nvSpPr>
        <p:spPr>
          <a:xfrm>
            <a:off x="3792968" y="6408008"/>
            <a:ext cx="1030516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8" name="Google Shape;76;p10">
            <a:extLst>
              <a:ext uri="{FF2B5EF4-FFF2-40B4-BE49-F238E27FC236}">
                <a16:creationId xmlns:a16="http://schemas.microsoft.com/office/drawing/2014/main" id="{C42B622B-E2B8-8203-207E-7F62A5964A0A}"/>
              </a:ext>
            </a:extLst>
          </p:cNvPr>
          <p:cNvSpPr txBox="1"/>
          <p:nvPr/>
        </p:nvSpPr>
        <p:spPr>
          <a:xfrm>
            <a:off x="1299493" y="6408089"/>
            <a:ext cx="1197696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" name="Google Shape;75;p10">
            <a:extLst>
              <a:ext uri="{FF2B5EF4-FFF2-40B4-BE49-F238E27FC236}">
                <a16:creationId xmlns:a16="http://schemas.microsoft.com/office/drawing/2014/main" id="{FAE30A50-772B-7645-49CE-62DF656E4015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1" name="Google Shape;76;p10">
            <a:extLst>
              <a:ext uri="{FF2B5EF4-FFF2-40B4-BE49-F238E27FC236}">
                <a16:creationId xmlns:a16="http://schemas.microsoft.com/office/drawing/2014/main" id="{388ECFBB-C0F4-656A-6A31-DE4B97EE8D99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3" name="صورة 31">
            <a:extLst>
              <a:ext uri="{FF2B5EF4-FFF2-40B4-BE49-F238E27FC236}">
                <a16:creationId xmlns:a16="http://schemas.microsoft.com/office/drawing/2014/main" id="{2316A101-23E8-7BC9-27A7-C753B868FE9B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48271" y="3327169"/>
            <a:ext cx="1657114" cy="1198535"/>
          </a:xfrm>
          <a:prstGeom prst="rect">
            <a:avLst/>
          </a:prstGeom>
        </p:spPr>
      </p:pic>
      <p:pic>
        <p:nvPicPr>
          <p:cNvPr id="7" name="صورة 4">
            <a:extLst>
              <a:ext uri="{FF2B5EF4-FFF2-40B4-BE49-F238E27FC236}">
                <a16:creationId xmlns:a16="http://schemas.microsoft.com/office/drawing/2014/main" id="{9E83F752-2419-F874-FBFF-461DBEB0D9C4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35718" y="3333577"/>
            <a:ext cx="1619737" cy="1209930"/>
          </a:xfrm>
          <a:prstGeom prst="rect">
            <a:avLst/>
          </a:prstGeom>
        </p:spPr>
      </p:pic>
      <p:pic>
        <p:nvPicPr>
          <p:cNvPr id="16" name="صورة 31">
            <a:extLst>
              <a:ext uri="{FF2B5EF4-FFF2-40B4-BE49-F238E27FC236}">
                <a16:creationId xmlns:a16="http://schemas.microsoft.com/office/drawing/2014/main" id="{C5B36FB1-029E-AAB6-63B3-A453C4447760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266" y="1611086"/>
            <a:ext cx="1657113" cy="1176888"/>
          </a:xfrm>
          <a:prstGeom prst="rect">
            <a:avLst/>
          </a:prstGeom>
        </p:spPr>
      </p:pic>
      <p:pic>
        <p:nvPicPr>
          <p:cNvPr id="17" name="صورة 32">
            <a:extLst>
              <a:ext uri="{FF2B5EF4-FFF2-40B4-BE49-F238E27FC236}">
                <a16:creationId xmlns:a16="http://schemas.microsoft.com/office/drawing/2014/main" id="{FFADE7C7-757C-565F-0684-E8E431B40E84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25"/>
          <a:stretch>
            <a:fillRect/>
          </a:stretch>
        </p:blipFill>
        <p:spPr>
          <a:xfrm>
            <a:off x="7535473" y="3323756"/>
            <a:ext cx="1644850" cy="1190848"/>
          </a:xfrm>
          <a:prstGeom prst="rect">
            <a:avLst/>
          </a:prstGeom>
        </p:spPr>
      </p:pic>
      <p:pic>
        <p:nvPicPr>
          <p:cNvPr id="19" name="صورة 33">
            <a:extLst>
              <a:ext uri="{FF2B5EF4-FFF2-40B4-BE49-F238E27FC236}">
                <a16:creationId xmlns:a16="http://schemas.microsoft.com/office/drawing/2014/main" id="{2B239EAE-3D71-14E9-7044-F42A994C6172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945"/>
          <a:stretch>
            <a:fillRect/>
          </a:stretch>
        </p:blipFill>
        <p:spPr>
          <a:xfrm>
            <a:off x="3838753" y="1576743"/>
            <a:ext cx="1602459" cy="1214111"/>
          </a:xfrm>
          <a:prstGeom prst="rect">
            <a:avLst/>
          </a:prstGeom>
        </p:spPr>
      </p:pic>
      <p:pic>
        <p:nvPicPr>
          <p:cNvPr id="23" name="صورة 33">
            <a:extLst>
              <a:ext uri="{FF2B5EF4-FFF2-40B4-BE49-F238E27FC236}">
                <a16:creationId xmlns:a16="http://schemas.microsoft.com/office/drawing/2014/main" id="{E33C8922-FF53-1398-09F6-D028961EC0F0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94200" y="1611086"/>
            <a:ext cx="1678844" cy="1188682"/>
          </a:xfrm>
          <a:prstGeom prst="rect">
            <a:avLst/>
          </a:prstGeom>
        </p:spPr>
      </p:pic>
      <p:pic>
        <p:nvPicPr>
          <p:cNvPr id="40" name="صورة 4">
            <a:extLst>
              <a:ext uri="{FF2B5EF4-FFF2-40B4-BE49-F238E27FC236}">
                <a16:creationId xmlns:a16="http://schemas.microsoft.com/office/drawing/2014/main" id="{962DBA22-2584-7357-93E7-D0B92547A53F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143"/>
          <a:stretch>
            <a:fillRect/>
          </a:stretch>
        </p:blipFill>
        <p:spPr>
          <a:xfrm>
            <a:off x="3791487" y="3333578"/>
            <a:ext cx="1619737" cy="1212780"/>
          </a:xfrm>
          <a:prstGeom prst="rect">
            <a:avLst/>
          </a:prstGeom>
        </p:spPr>
      </p:pic>
      <p:pic>
        <p:nvPicPr>
          <p:cNvPr id="41" name="صورة 33">
            <a:extLst>
              <a:ext uri="{FF2B5EF4-FFF2-40B4-BE49-F238E27FC236}">
                <a16:creationId xmlns:a16="http://schemas.microsoft.com/office/drawing/2014/main" id="{7FECF041-23BF-1CA7-83C1-361BB58E096D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28935" y="1587797"/>
            <a:ext cx="1658347" cy="1184328"/>
          </a:xfrm>
          <a:prstGeom prst="rect">
            <a:avLst/>
          </a:prstGeom>
        </p:spPr>
      </p:pic>
      <p:pic>
        <p:nvPicPr>
          <p:cNvPr id="42" name="صورة 33">
            <a:extLst>
              <a:ext uri="{FF2B5EF4-FFF2-40B4-BE49-F238E27FC236}">
                <a16:creationId xmlns:a16="http://schemas.microsoft.com/office/drawing/2014/main" id="{08438CFD-6ED3-7C46-4936-C85F3AC491D6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83844" y="1587715"/>
            <a:ext cx="1615409" cy="1208154"/>
          </a:xfrm>
          <a:prstGeom prst="rect">
            <a:avLst/>
          </a:prstGeom>
        </p:spPr>
      </p:pic>
      <p:pic>
        <p:nvPicPr>
          <p:cNvPr id="43" name="صورة 4">
            <a:extLst>
              <a:ext uri="{FF2B5EF4-FFF2-40B4-BE49-F238E27FC236}">
                <a16:creationId xmlns:a16="http://schemas.microsoft.com/office/drawing/2014/main" id="{8EEDC321-C2F6-FDA5-A8D3-29528634C375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4836" y="3333577"/>
            <a:ext cx="1644850" cy="117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674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32D95-8D33-1CFC-A029-1337C864A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B21810C5-8A45-3C86-26E2-CAEE1E312281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313B92F7-E527-983D-D976-70864147D7FB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0" eaLnBrk="1" latinLnBrk="0" hangingPunct="1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5A647FB9-0CD5-1A70-3145-F8A03A46E8A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30EEFF2F-FD97-E5DF-7918-4A2418D8719F}"/>
              </a:ext>
            </a:extLst>
          </p:cNvPr>
          <p:cNvGrpSpPr/>
          <p:nvPr/>
        </p:nvGrpSpPr>
        <p:grpSpPr>
          <a:xfrm>
            <a:off x="0" y="6658993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3822EC98-152F-1103-96B0-1694FA5C6658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E71674DD-DA75-17D9-9E1A-F6DBCEE697DF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C621A889-E614-4228-6569-829FF2222CE5}"/>
              </a:ext>
            </a:extLst>
          </p:cNvPr>
          <p:cNvSpPr txBox="1"/>
          <p:nvPr/>
        </p:nvSpPr>
        <p:spPr>
          <a:xfrm>
            <a:off x="9531024" y="6253460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CEB431B4-5D69-4F53-555C-D7B99D9CA0F6}"/>
              </a:ext>
            </a:extLst>
          </p:cNvPr>
          <p:cNvSpPr/>
          <p:nvPr/>
        </p:nvSpPr>
        <p:spPr>
          <a:xfrm>
            <a:off x="7530169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89F83F67-F19F-8235-FC97-7C227171F219}"/>
              </a:ext>
            </a:extLst>
          </p:cNvPr>
          <p:cNvSpPr txBox="1"/>
          <p:nvPr/>
        </p:nvSpPr>
        <p:spPr>
          <a:xfrm>
            <a:off x="7342230" y="28241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19E710A9-CF78-8493-4996-8AE6066D44EE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A400CBC8-7A32-EA55-7654-EC128304D9BD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5B120247-4599-0487-5C86-AC00BB0B844A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8F167988-FDE3-D76E-C03D-95ED35F3E14E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F017278C-A1C7-B037-91BE-8D51A27F9CDC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7" name="Google Shape;372;p23">
            <a:extLst>
              <a:ext uri="{FF2B5EF4-FFF2-40B4-BE49-F238E27FC236}">
                <a16:creationId xmlns:a16="http://schemas.microsoft.com/office/drawing/2014/main" id="{3491143E-5292-A9E0-97AA-9D7F9D055E76}"/>
              </a:ext>
            </a:extLst>
          </p:cNvPr>
          <p:cNvSpPr/>
          <p:nvPr/>
        </p:nvSpPr>
        <p:spPr>
          <a:xfrm>
            <a:off x="6086992" y="646423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1D5FE030-71DC-DC0E-F556-7514787B64E6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97C646A4-1314-7C0E-5A89-D85F3EE58AA1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B95CEC89-C76A-BA50-3531-47201CB8CB4A}"/>
              </a:ext>
            </a:extLst>
          </p:cNvPr>
          <p:cNvSpPr/>
          <p:nvPr/>
        </p:nvSpPr>
        <p:spPr>
          <a:xfrm>
            <a:off x="3784099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372;p23">
            <a:extLst>
              <a:ext uri="{FF2B5EF4-FFF2-40B4-BE49-F238E27FC236}">
                <a16:creationId xmlns:a16="http://schemas.microsoft.com/office/drawing/2014/main" id="{4FC152C2-55D2-5BCF-19A0-7D4B278C56E9}"/>
              </a:ext>
            </a:extLst>
          </p:cNvPr>
          <p:cNvSpPr/>
          <p:nvPr/>
        </p:nvSpPr>
        <p:spPr>
          <a:xfrm>
            <a:off x="4199473" y="642998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5A6A8370-B719-D2EF-6E7D-6F322ECE1493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57456401-5F93-ADF1-70C0-086D039152BE}"/>
              </a:ext>
            </a:extLst>
          </p:cNvPr>
          <p:cNvSpPr/>
          <p:nvPr/>
        </p:nvSpPr>
        <p:spPr>
          <a:xfrm>
            <a:off x="1915930" y="470604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372;p23">
            <a:extLst>
              <a:ext uri="{FF2B5EF4-FFF2-40B4-BE49-F238E27FC236}">
                <a16:creationId xmlns:a16="http://schemas.microsoft.com/office/drawing/2014/main" id="{C93895B8-EBB3-7D0C-A64D-AE931E825872}"/>
              </a:ext>
            </a:extLst>
          </p:cNvPr>
          <p:cNvSpPr/>
          <p:nvPr/>
        </p:nvSpPr>
        <p:spPr>
          <a:xfrm>
            <a:off x="2321871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3" name="Google Shape;372;p23">
            <a:extLst>
              <a:ext uri="{FF2B5EF4-FFF2-40B4-BE49-F238E27FC236}">
                <a16:creationId xmlns:a16="http://schemas.microsoft.com/office/drawing/2014/main" id="{45F29A0B-41B1-64E5-F614-BBCCD55C4A4C}"/>
              </a:ext>
            </a:extLst>
          </p:cNvPr>
          <p:cNvSpPr/>
          <p:nvPr/>
        </p:nvSpPr>
        <p:spPr>
          <a:xfrm>
            <a:off x="367417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D1D9AE42-DE99-FE41-2582-4C952B52F4AF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6183ACD3-438C-C5E5-118E-90E8811D6A8F}"/>
              </a:ext>
            </a:extLst>
          </p:cNvPr>
          <p:cNvSpPr/>
          <p:nvPr/>
        </p:nvSpPr>
        <p:spPr>
          <a:xfrm>
            <a:off x="57266" y="470990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F2A986FF-FC02-5430-1F97-E3EFF425470A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97BE94E4-C39D-3919-8F0E-D1BE75B812C7}"/>
              </a:ext>
            </a:extLst>
          </p:cNvPr>
          <p:cNvSpPr txBox="1"/>
          <p:nvPr/>
        </p:nvSpPr>
        <p:spPr>
          <a:xfrm>
            <a:off x="-58762" y="4674932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9541EF1B-A7E6-208F-BBA9-A2F3CF0050E1}"/>
              </a:ext>
            </a:extLst>
          </p:cNvPr>
          <p:cNvSpPr txBox="1"/>
          <p:nvPr/>
        </p:nvSpPr>
        <p:spPr>
          <a:xfrm>
            <a:off x="1756984" y="466313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886AD0AE-0B8C-37AC-1D70-96BDE1FF3EB5}"/>
              </a:ext>
            </a:extLst>
          </p:cNvPr>
          <p:cNvSpPr txBox="1"/>
          <p:nvPr/>
        </p:nvSpPr>
        <p:spPr>
          <a:xfrm>
            <a:off x="3658699" y="46537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D10F1EBD-3314-1F14-FA9E-57C371E35733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4" name="Google Shape;76;p10">
            <a:extLst>
              <a:ext uri="{FF2B5EF4-FFF2-40B4-BE49-F238E27FC236}">
                <a16:creationId xmlns:a16="http://schemas.microsoft.com/office/drawing/2014/main" id="{D9D4AE90-3E90-6FC1-AFC8-0A14EA9AD28D}"/>
              </a:ext>
            </a:extLst>
          </p:cNvPr>
          <p:cNvSpPr txBox="1"/>
          <p:nvPr/>
        </p:nvSpPr>
        <p:spPr>
          <a:xfrm>
            <a:off x="7366681" y="463167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D7B77E1A-279B-BCF5-C5D0-1AB9960119C8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BD7A28F9-0C50-D361-962A-F58972B3FDFD}"/>
              </a:ext>
            </a:extLst>
          </p:cNvPr>
          <p:cNvSpPr txBox="1"/>
          <p:nvPr/>
        </p:nvSpPr>
        <p:spPr>
          <a:xfrm>
            <a:off x="-135470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7" name="Google Shape;76;p10">
            <a:extLst>
              <a:ext uri="{FF2B5EF4-FFF2-40B4-BE49-F238E27FC236}">
                <a16:creationId xmlns:a16="http://schemas.microsoft.com/office/drawing/2014/main" id="{B821BF31-E2C1-0A16-DC0A-91E94CB3313E}"/>
              </a:ext>
            </a:extLst>
          </p:cNvPr>
          <p:cNvSpPr txBox="1"/>
          <p:nvPr/>
        </p:nvSpPr>
        <p:spPr>
          <a:xfrm>
            <a:off x="5967625" y="643019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8" name="Google Shape;76;p10">
            <a:extLst>
              <a:ext uri="{FF2B5EF4-FFF2-40B4-BE49-F238E27FC236}">
                <a16:creationId xmlns:a16="http://schemas.microsoft.com/office/drawing/2014/main" id="{E4A625FF-6D2A-EB48-9077-A29AF97A39C0}"/>
              </a:ext>
            </a:extLst>
          </p:cNvPr>
          <p:cNvSpPr txBox="1"/>
          <p:nvPr/>
        </p:nvSpPr>
        <p:spPr>
          <a:xfrm>
            <a:off x="3993435" y="640898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9" name="Google Shape;76;p10">
            <a:extLst>
              <a:ext uri="{FF2B5EF4-FFF2-40B4-BE49-F238E27FC236}">
                <a16:creationId xmlns:a16="http://schemas.microsoft.com/office/drawing/2014/main" id="{33D7225A-D0E4-6ABA-CC8C-9B1E70373F45}"/>
              </a:ext>
            </a:extLst>
          </p:cNvPr>
          <p:cNvSpPr txBox="1"/>
          <p:nvPr/>
        </p:nvSpPr>
        <p:spPr>
          <a:xfrm>
            <a:off x="2164894" y="641995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0" name="Google Shape;76;p10">
            <a:extLst>
              <a:ext uri="{FF2B5EF4-FFF2-40B4-BE49-F238E27FC236}">
                <a16:creationId xmlns:a16="http://schemas.microsoft.com/office/drawing/2014/main" id="{B678544F-2C03-6E41-8A87-7F47EB00C489}"/>
              </a:ext>
            </a:extLst>
          </p:cNvPr>
          <p:cNvSpPr txBox="1"/>
          <p:nvPr/>
        </p:nvSpPr>
        <p:spPr>
          <a:xfrm>
            <a:off x="190704" y="6428881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" name="Google Shape;79;p10">
            <a:extLst>
              <a:ext uri="{FF2B5EF4-FFF2-40B4-BE49-F238E27FC236}">
                <a16:creationId xmlns:a16="http://schemas.microsoft.com/office/drawing/2014/main" id="{AD07DF03-CCD5-B62E-F208-DF9F171FC582}"/>
              </a:ext>
            </a:extLst>
          </p:cNvPr>
          <p:cNvSpPr txBox="1"/>
          <p:nvPr/>
        </p:nvSpPr>
        <p:spPr>
          <a:xfrm>
            <a:off x="3417970" y="850502"/>
            <a:ext cx="4956395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 ثانوية الامام الشافعي 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91DB59F0-BB16-8DA5-1F09-1A8985EEEE6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13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999946B8-3D62-045D-720B-F4F21016AB0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sp>
        <p:nvSpPr>
          <p:cNvPr id="14" name="Google Shape;75;p10">
            <a:extLst>
              <a:ext uri="{FF2B5EF4-FFF2-40B4-BE49-F238E27FC236}">
                <a16:creationId xmlns:a16="http://schemas.microsoft.com/office/drawing/2014/main" id="{1B6A25F8-EBCA-F6DD-6886-001DDA4DD6FB}"/>
              </a:ext>
            </a:extLst>
          </p:cNvPr>
          <p:cNvSpPr txBox="1"/>
          <p:nvPr/>
        </p:nvSpPr>
        <p:spPr>
          <a:xfrm>
            <a:off x="3146590" y="456265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5" name="Google Shape;132;p1">
            <a:extLst>
              <a:ext uri="{FF2B5EF4-FFF2-40B4-BE49-F238E27FC236}">
                <a16:creationId xmlns:a16="http://schemas.microsoft.com/office/drawing/2014/main" id="{A3DA96B7-341E-7167-A2EB-250307E00FF3}"/>
              </a:ext>
            </a:extLst>
          </p:cNvPr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صورة 33">
            <a:extLst>
              <a:ext uri="{FF2B5EF4-FFF2-40B4-BE49-F238E27FC236}">
                <a16:creationId xmlns:a16="http://schemas.microsoft.com/office/drawing/2014/main" id="{B6AE4716-7FE7-527D-7F8E-37CD08C8D673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60662" y="5069920"/>
            <a:ext cx="1683443" cy="1275268"/>
          </a:xfrm>
          <a:prstGeom prst="rect">
            <a:avLst/>
          </a:prstGeom>
        </p:spPr>
      </p:pic>
      <p:pic>
        <p:nvPicPr>
          <p:cNvPr id="20" name="صورة 25">
            <a:extLst>
              <a:ext uri="{FF2B5EF4-FFF2-40B4-BE49-F238E27FC236}">
                <a16:creationId xmlns:a16="http://schemas.microsoft.com/office/drawing/2014/main" id="{616F6298-5D39-3C97-2B98-8241D032736D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4512"/>
          <a:stretch>
            <a:fillRect/>
          </a:stretch>
        </p:blipFill>
        <p:spPr>
          <a:xfrm>
            <a:off x="2313108" y="5011227"/>
            <a:ext cx="1656192" cy="1397758"/>
          </a:xfrm>
          <a:prstGeom prst="rect">
            <a:avLst/>
          </a:prstGeom>
        </p:spPr>
      </p:pic>
      <p:pic>
        <p:nvPicPr>
          <p:cNvPr id="21" name="صورة 25">
            <a:extLst>
              <a:ext uri="{FF2B5EF4-FFF2-40B4-BE49-F238E27FC236}">
                <a16:creationId xmlns:a16="http://schemas.microsoft.com/office/drawing/2014/main" id="{43B1763A-696B-3050-B87F-FF7BEB0E5EB6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79"/>
          <a:stretch>
            <a:fillRect/>
          </a:stretch>
        </p:blipFill>
        <p:spPr>
          <a:xfrm>
            <a:off x="367417" y="5011228"/>
            <a:ext cx="1659077" cy="1331132"/>
          </a:xfrm>
          <a:prstGeom prst="rect">
            <a:avLst/>
          </a:prstGeom>
        </p:spPr>
      </p:pic>
      <p:pic>
        <p:nvPicPr>
          <p:cNvPr id="22" name="صورة 33">
            <a:extLst>
              <a:ext uri="{FF2B5EF4-FFF2-40B4-BE49-F238E27FC236}">
                <a16:creationId xmlns:a16="http://schemas.microsoft.com/office/drawing/2014/main" id="{34B19C85-9A27-3B44-475C-DFD4E8B5CAFD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816"/>
          <a:stretch>
            <a:fillRect/>
          </a:stretch>
        </p:blipFill>
        <p:spPr>
          <a:xfrm>
            <a:off x="4197509" y="5069080"/>
            <a:ext cx="1659077" cy="1318692"/>
          </a:xfrm>
          <a:prstGeom prst="rect">
            <a:avLst/>
          </a:prstGeom>
        </p:spPr>
      </p:pic>
      <p:sp>
        <p:nvSpPr>
          <p:cNvPr id="24" name="شكل حر: شكل 30">
            <a:extLst>
              <a:ext uri="{FF2B5EF4-FFF2-40B4-BE49-F238E27FC236}">
                <a16:creationId xmlns:a16="http://schemas.microsoft.com/office/drawing/2014/main" id="{CCB418E7-B84A-99DD-9B61-D58AA790C580}"/>
              </a:ext>
            </a:extLst>
          </p:cNvPr>
          <p:cNvSpPr/>
          <p:nvPr/>
        </p:nvSpPr>
        <p:spPr>
          <a:xfrm rot="2700000">
            <a:off x="9647363" y="692049"/>
            <a:ext cx="4753477" cy="4278591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blipFill dpi="0" rotWithShape="0"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1" eaLnBrk="1" latinLnBrk="0" hangingPunct="1"/>
            <a:endParaRPr lang="ar-S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2338B4-16DA-8F8C-1366-0B4DA33FCD3F}"/>
              </a:ext>
            </a:extLst>
          </p:cNvPr>
          <p:cNvSpPr txBox="1"/>
          <p:nvPr/>
        </p:nvSpPr>
        <p:spPr>
          <a:xfrm>
            <a:off x="868110" y="4293734"/>
            <a:ext cx="8968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defTabSz="914400" rtl="0" eaLnBrk="1" latinLnBrk="0" hangingPunct="1"/>
            <a:r>
              <a:rPr lang="en-SA" sz="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 Aug 2025  9:10</a:t>
            </a:r>
            <a:r>
              <a:rPr lang="ar-SA" sz="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r>
              <a:rPr lang="en-SA" sz="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am</a:t>
            </a:r>
          </a:p>
          <a:p>
            <a:pPr marL="0" defTabSz="914400" rtl="0" eaLnBrk="1" latinLnBrk="0" hangingPunct="1"/>
            <a:r>
              <a:rPr lang="ar-SA" sz="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ثانوية الأمام الشافعي</a:t>
            </a:r>
            <a:endParaRPr lang="en-SA" sz="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Google Shape;76;p10">
            <a:extLst>
              <a:ext uri="{FF2B5EF4-FFF2-40B4-BE49-F238E27FC236}">
                <a16:creationId xmlns:a16="http://schemas.microsoft.com/office/drawing/2014/main" id="{CECAFCA9-FA76-C1EA-C70A-92DEFDE6EE2A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" name="Google Shape;75;p10">
            <a:extLst>
              <a:ext uri="{FF2B5EF4-FFF2-40B4-BE49-F238E27FC236}">
                <a16:creationId xmlns:a16="http://schemas.microsoft.com/office/drawing/2014/main" id="{9633E505-1BCF-FF61-1818-0B57EBD52BCD}"/>
              </a:ext>
            </a:extLst>
          </p:cNvPr>
          <p:cNvSpPr txBox="1"/>
          <p:nvPr/>
        </p:nvSpPr>
        <p:spPr>
          <a:xfrm>
            <a:off x="2250496" y="204430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7" name="صورة 9">
            <a:extLst>
              <a:ext uri="{FF2B5EF4-FFF2-40B4-BE49-F238E27FC236}">
                <a16:creationId xmlns:a16="http://schemas.microsoft.com/office/drawing/2014/main" id="{D31173A8-8C07-3005-9917-4312216C83B2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1053" y="3270910"/>
            <a:ext cx="1602449" cy="1305703"/>
          </a:xfrm>
          <a:prstGeom prst="rect">
            <a:avLst/>
          </a:prstGeom>
        </p:spPr>
      </p:pic>
      <p:pic>
        <p:nvPicPr>
          <p:cNvPr id="8" name="صورة 33">
            <a:extLst>
              <a:ext uri="{FF2B5EF4-FFF2-40B4-BE49-F238E27FC236}">
                <a16:creationId xmlns:a16="http://schemas.microsoft.com/office/drawing/2014/main" id="{FF1B77E6-55A2-EB3A-7841-65EE79CA3FA6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281" y="1606869"/>
            <a:ext cx="1604100" cy="1153459"/>
          </a:xfrm>
          <a:prstGeom prst="rect">
            <a:avLst/>
          </a:prstGeom>
        </p:spPr>
      </p:pic>
      <p:pic>
        <p:nvPicPr>
          <p:cNvPr id="11" name="صورة 12">
            <a:extLst>
              <a:ext uri="{FF2B5EF4-FFF2-40B4-BE49-F238E27FC236}">
                <a16:creationId xmlns:a16="http://schemas.microsoft.com/office/drawing/2014/main" id="{BC419FC5-A352-0E52-35E8-BABCE5896A83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70197" y="1587715"/>
            <a:ext cx="1601408" cy="1193143"/>
          </a:xfrm>
          <a:prstGeom prst="rect">
            <a:avLst/>
          </a:prstGeom>
        </p:spPr>
      </p:pic>
      <p:pic>
        <p:nvPicPr>
          <p:cNvPr id="12" name="صورة 4">
            <a:extLst>
              <a:ext uri="{FF2B5EF4-FFF2-40B4-BE49-F238E27FC236}">
                <a16:creationId xmlns:a16="http://schemas.microsoft.com/office/drawing/2014/main" id="{0CCD0F2D-AAD9-A008-4812-BA0C74E0B936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50605" y="3279925"/>
            <a:ext cx="1643632" cy="1299517"/>
          </a:xfrm>
          <a:prstGeom prst="rect">
            <a:avLst/>
          </a:prstGeom>
        </p:spPr>
      </p:pic>
      <p:pic>
        <p:nvPicPr>
          <p:cNvPr id="16" name="صورة 4">
            <a:extLst>
              <a:ext uri="{FF2B5EF4-FFF2-40B4-BE49-F238E27FC236}">
                <a16:creationId xmlns:a16="http://schemas.microsoft.com/office/drawing/2014/main" id="{7876F6F7-C8F3-A0CB-2D8D-388206C29821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424" b="-2257"/>
          <a:stretch>
            <a:fillRect/>
          </a:stretch>
        </p:blipFill>
        <p:spPr>
          <a:xfrm>
            <a:off x="3839388" y="1606869"/>
            <a:ext cx="1669986" cy="1183986"/>
          </a:xfrm>
          <a:prstGeom prst="rect">
            <a:avLst/>
          </a:prstGeom>
        </p:spPr>
      </p:pic>
      <p:pic>
        <p:nvPicPr>
          <p:cNvPr id="18" name="صورة 33">
            <a:extLst>
              <a:ext uri="{FF2B5EF4-FFF2-40B4-BE49-F238E27FC236}">
                <a16:creationId xmlns:a16="http://schemas.microsoft.com/office/drawing/2014/main" id="{A8429E7D-9250-71B2-C02B-22D142B96541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32914" y="1599940"/>
            <a:ext cx="1619866" cy="1160388"/>
          </a:xfrm>
          <a:prstGeom prst="rect">
            <a:avLst/>
          </a:prstGeom>
        </p:spPr>
      </p:pic>
      <p:pic>
        <p:nvPicPr>
          <p:cNvPr id="23" name="صورة 33">
            <a:extLst>
              <a:ext uri="{FF2B5EF4-FFF2-40B4-BE49-F238E27FC236}">
                <a16:creationId xmlns:a16="http://schemas.microsoft.com/office/drawing/2014/main" id="{5395D286-5600-A659-BB20-895C2F3310A5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4636"/>
          <a:stretch>
            <a:fillRect/>
          </a:stretch>
        </p:blipFill>
        <p:spPr>
          <a:xfrm>
            <a:off x="5695743" y="3285929"/>
            <a:ext cx="1701992" cy="1284374"/>
          </a:xfrm>
          <a:prstGeom prst="rect">
            <a:avLst/>
          </a:prstGeom>
        </p:spPr>
      </p:pic>
      <p:pic>
        <p:nvPicPr>
          <p:cNvPr id="26" name="صورة 4">
            <a:extLst>
              <a:ext uri="{FF2B5EF4-FFF2-40B4-BE49-F238E27FC236}">
                <a16:creationId xmlns:a16="http://schemas.microsoft.com/office/drawing/2014/main" id="{A404B333-671F-F941-6AB4-C12C6B169178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83"/>
          <a:stretch>
            <a:fillRect/>
          </a:stretch>
        </p:blipFill>
        <p:spPr>
          <a:xfrm>
            <a:off x="7516477" y="1602492"/>
            <a:ext cx="1670806" cy="1176992"/>
          </a:xfrm>
          <a:prstGeom prst="rect">
            <a:avLst/>
          </a:prstGeom>
        </p:spPr>
      </p:pic>
      <p:pic>
        <p:nvPicPr>
          <p:cNvPr id="32" name="صورة 4">
            <a:extLst>
              <a:ext uri="{FF2B5EF4-FFF2-40B4-BE49-F238E27FC236}">
                <a16:creationId xmlns:a16="http://schemas.microsoft.com/office/drawing/2014/main" id="{2FFFBFB0-482B-C654-8C40-37CA2D6175BA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786"/>
          <a:stretch>
            <a:fillRect/>
          </a:stretch>
        </p:blipFill>
        <p:spPr>
          <a:xfrm>
            <a:off x="3747720" y="3279925"/>
            <a:ext cx="1761654" cy="1303553"/>
          </a:xfrm>
          <a:prstGeom prst="rect">
            <a:avLst/>
          </a:prstGeom>
        </p:spPr>
      </p:pic>
      <p:pic>
        <p:nvPicPr>
          <p:cNvPr id="40" name="صورة 4">
            <a:extLst>
              <a:ext uri="{FF2B5EF4-FFF2-40B4-BE49-F238E27FC236}">
                <a16:creationId xmlns:a16="http://schemas.microsoft.com/office/drawing/2014/main" id="{6E7107E0-D0DF-5C00-B4FC-D4F3641E88F1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337"/>
          <a:stretch>
            <a:fillRect/>
          </a:stretch>
        </p:blipFill>
        <p:spPr>
          <a:xfrm>
            <a:off x="1930239" y="3270910"/>
            <a:ext cx="1625217" cy="1326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238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0456C-C1FD-1466-61C3-DDE3302D1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9BA1D273-3BFD-73D4-CDB3-D6596F18322E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marL="0" algn="ctr" defTabSz="914400" rtl="0" eaLnBrk="1" latinLnBrk="0" hangingPunct="1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8094C7AA-57FE-AF66-05B3-07C771E6AB73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03538186-D0A0-38DA-0161-DDCCFE1837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F3D7158F-C441-1AE3-AE3E-FDD6418CC83F}"/>
              </a:ext>
            </a:extLst>
          </p:cNvPr>
          <p:cNvGrpSpPr/>
          <p:nvPr/>
        </p:nvGrpSpPr>
        <p:grpSpPr>
          <a:xfrm>
            <a:off x="0" y="6658993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C15CB917-8C2A-6DBE-8342-347775F7B8F5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48C179E3-17BE-171B-5600-6EB0696C9A2C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670C5399-F379-15BB-912B-BFD531E26760}"/>
              </a:ext>
            </a:extLst>
          </p:cNvPr>
          <p:cNvSpPr txBox="1"/>
          <p:nvPr/>
        </p:nvSpPr>
        <p:spPr>
          <a:xfrm>
            <a:off x="9531024" y="6253460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7C8F2B6B-262F-ED4F-604D-AE2A22290941}"/>
              </a:ext>
            </a:extLst>
          </p:cNvPr>
          <p:cNvSpPr/>
          <p:nvPr/>
        </p:nvSpPr>
        <p:spPr>
          <a:xfrm>
            <a:off x="7530169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641248FC-B94C-1B38-AD80-8649E82C96B2}"/>
              </a:ext>
            </a:extLst>
          </p:cNvPr>
          <p:cNvSpPr txBox="1"/>
          <p:nvPr/>
        </p:nvSpPr>
        <p:spPr>
          <a:xfrm>
            <a:off x="7342230" y="28241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B7D79DDA-5690-AF40-B53D-3A1BB8DC6D94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36CC0B18-BB82-B430-8A09-A14F72B28346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7549F231-01B5-FEBE-6552-D7157564CAB4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2B263762-B2E9-8C90-539F-B9045D06E9DD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66BE5B06-2138-A248-0051-435462A9E571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7" name="Google Shape;372;p23">
            <a:extLst>
              <a:ext uri="{FF2B5EF4-FFF2-40B4-BE49-F238E27FC236}">
                <a16:creationId xmlns:a16="http://schemas.microsoft.com/office/drawing/2014/main" id="{C02960DA-E61E-146E-5559-B6F0F92A03E7}"/>
              </a:ext>
            </a:extLst>
          </p:cNvPr>
          <p:cNvSpPr/>
          <p:nvPr/>
        </p:nvSpPr>
        <p:spPr>
          <a:xfrm>
            <a:off x="6077075" y="64297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8376FE3F-D8BD-D31A-FB89-4D4A82E5F2C3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50206DFB-7804-47B5-89A3-184EF22C7E37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1438E1CF-5DC0-B099-D58E-8B5E2340ECF4}"/>
              </a:ext>
            </a:extLst>
          </p:cNvPr>
          <p:cNvSpPr/>
          <p:nvPr/>
        </p:nvSpPr>
        <p:spPr>
          <a:xfrm>
            <a:off x="3784099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372;p23">
            <a:extLst>
              <a:ext uri="{FF2B5EF4-FFF2-40B4-BE49-F238E27FC236}">
                <a16:creationId xmlns:a16="http://schemas.microsoft.com/office/drawing/2014/main" id="{652F99CA-0E15-B85D-185F-003EEC7D996C}"/>
              </a:ext>
            </a:extLst>
          </p:cNvPr>
          <p:cNvSpPr/>
          <p:nvPr/>
        </p:nvSpPr>
        <p:spPr>
          <a:xfrm>
            <a:off x="4199473" y="642998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CF14CB22-9771-306B-9FD5-FCEB3B3CFC48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8BC1A015-97AB-99DD-2D36-578142564948}"/>
              </a:ext>
            </a:extLst>
          </p:cNvPr>
          <p:cNvSpPr/>
          <p:nvPr/>
        </p:nvSpPr>
        <p:spPr>
          <a:xfrm>
            <a:off x="1915930" y="470604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372;p23">
            <a:extLst>
              <a:ext uri="{FF2B5EF4-FFF2-40B4-BE49-F238E27FC236}">
                <a16:creationId xmlns:a16="http://schemas.microsoft.com/office/drawing/2014/main" id="{B164DE50-89BC-38E8-3078-5D0042C98E1F}"/>
              </a:ext>
            </a:extLst>
          </p:cNvPr>
          <p:cNvSpPr/>
          <p:nvPr/>
        </p:nvSpPr>
        <p:spPr>
          <a:xfrm>
            <a:off x="2321871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3" name="Google Shape;372;p23">
            <a:extLst>
              <a:ext uri="{FF2B5EF4-FFF2-40B4-BE49-F238E27FC236}">
                <a16:creationId xmlns:a16="http://schemas.microsoft.com/office/drawing/2014/main" id="{FF3DCE6E-5956-5D5E-C6E1-54FDBDCA1423}"/>
              </a:ext>
            </a:extLst>
          </p:cNvPr>
          <p:cNvSpPr/>
          <p:nvPr/>
        </p:nvSpPr>
        <p:spPr>
          <a:xfrm>
            <a:off x="367417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C203A1D3-4A22-3956-E864-5D82D0AC88DC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B4549765-9148-004F-B6B4-C4EB3ADCF932}"/>
              </a:ext>
            </a:extLst>
          </p:cNvPr>
          <p:cNvSpPr/>
          <p:nvPr/>
        </p:nvSpPr>
        <p:spPr>
          <a:xfrm>
            <a:off x="57266" y="470990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833DCE52-4A3B-00D8-8872-1CCEF11264C3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E06A8A74-E55A-15D3-0EFA-D9C181A2B766}"/>
              </a:ext>
            </a:extLst>
          </p:cNvPr>
          <p:cNvSpPr txBox="1"/>
          <p:nvPr/>
        </p:nvSpPr>
        <p:spPr>
          <a:xfrm>
            <a:off x="-58762" y="4674932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5E0B4E10-987F-3F54-5241-5911A2B432AA}"/>
              </a:ext>
            </a:extLst>
          </p:cNvPr>
          <p:cNvSpPr txBox="1"/>
          <p:nvPr/>
        </p:nvSpPr>
        <p:spPr>
          <a:xfrm>
            <a:off x="1756984" y="466313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CCDFCE1C-431B-3404-C770-D50B274E803D}"/>
              </a:ext>
            </a:extLst>
          </p:cNvPr>
          <p:cNvSpPr txBox="1"/>
          <p:nvPr/>
        </p:nvSpPr>
        <p:spPr>
          <a:xfrm>
            <a:off x="3658699" y="46537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EBBC4087-073D-8D67-4EDA-EB99114F5D9E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4" name="Google Shape;76;p10">
            <a:extLst>
              <a:ext uri="{FF2B5EF4-FFF2-40B4-BE49-F238E27FC236}">
                <a16:creationId xmlns:a16="http://schemas.microsoft.com/office/drawing/2014/main" id="{1E4B444B-7D28-6BAA-F6B9-0591555B15D3}"/>
              </a:ext>
            </a:extLst>
          </p:cNvPr>
          <p:cNvSpPr txBox="1"/>
          <p:nvPr/>
        </p:nvSpPr>
        <p:spPr>
          <a:xfrm>
            <a:off x="7366681" y="463167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DFA34C7B-0DEF-93D6-E611-DBD21F3CF746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771BCBBE-FF24-2ACC-5E8D-1DC25F25740F}"/>
              </a:ext>
            </a:extLst>
          </p:cNvPr>
          <p:cNvSpPr txBox="1"/>
          <p:nvPr/>
        </p:nvSpPr>
        <p:spPr>
          <a:xfrm>
            <a:off x="-135470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7" name="Google Shape;76;p10">
            <a:extLst>
              <a:ext uri="{FF2B5EF4-FFF2-40B4-BE49-F238E27FC236}">
                <a16:creationId xmlns:a16="http://schemas.microsoft.com/office/drawing/2014/main" id="{0093D6DF-85BC-46C7-1A49-BD321FF334B0}"/>
              </a:ext>
            </a:extLst>
          </p:cNvPr>
          <p:cNvSpPr txBox="1"/>
          <p:nvPr/>
        </p:nvSpPr>
        <p:spPr>
          <a:xfrm>
            <a:off x="6007349" y="63810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8" name="Google Shape;76;p10">
            <a:extLst>
              <a:ext uri="{FF2B5EF4-FFF2-40B4-BE49-F238E27FC236}">
                <a16:creationId xmlns:a16="http://schemas.microsoft.com/office/drawing/2014/main" id="{0B3402D4-5D85-C064-D412-F317EA0C6488}"/>
              </a:ext>
            </a:extLst>
          </p:cNvPr>
          <p:cNvSpPr txBox="1"/>
          <p:nvPr/>
        </p:nvSpPr>
        <p:spPr>
          <a:xfrm>
            <a:off x="3993435" y="640898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9" name="Google Shape;76;p10">
            <a:extLst>
              <a:ext uri="{FF2B5EF4-FFF2-40B4-BE49-F238E27FC236}">
                <a16:creationId xmlns:a16="http://schemas.microsoft.com/office/drawing/2014/main" id="{55226783-2513-7B0F-30A6-13F7CE935E72}"/>
              </a:ext>
            </a:extLst>
          </p:cNvPr>
          <p:cNvSpPr txBox="1"/>
          <p:nvPr/>
        </p:nvSpPr>
        <p:spPr>
          <a:xfrm>
            <a:off x="2164894" y="641995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0" name="Google Shape;76;p10">
            <a:extLst>
              <a:ext uri="{FF2B5EF4-FFF2-40B4-BE49-F238E27FC236}">
                <a16:creationId xmlns:a16="http://schemas.microsoft.com/office/drawing/2014/main" id="{F2D97E4B-18AB-56FA-2144-1D16EA1AFD5B}"/>
              </a:ext>
            </a:extLst>
          </p:cNvPr>
          <p:cNvSpPr txBox="1"/>
          <p:nvPr/>
        </p:nvSpPr>
        <p:spPr>
          <a:xfrm>
            <a:off x="190704" y="6428881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" name="Google Shape;79;p10">
            <a:extLst>
              <a:ext uri="{FF2B5EF4-FFF2-40B4-BE49-F238E27FC236}">
                <a16:creationId xmlns:a16="http://schemas.microsoft.com/office/drawing/2014/main" id="{FBF236E6-57F0-381E-F306-C15569B1170D}"/>
              </a:ext>
            </a:extLst>
          </p:cNvPr>
          <p:cNvSpPr txBox="1"/>
          <p:nvPr/>
        </p:nvSpPr>
        <p:spPr>
          <a:xfrm>
            <a:off x="3417970" y="850502"/>
            <a:ext cx="4956395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 ابتدائية و متوسطة وادي الساهية بنين)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98822D27-A71D-B599-34DA-7F1A6310F63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13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1E8C0DA8-59B5-93D9-454A-F05646962CE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sp>
        <p:nvSpPr>
          <p:cNvPr id="14" name="Google Shape;75;p10">
            <a:extLst>
              <a:ext uri="{FF2B5EF4-FFF2-40B4-BE49-F238E27FC236}">
                <a16:creationId xmlns:a16="http://schemas.microsoft.com/office/drawing/2014/main" id="{11047ABB-CD5B-2140-B03F-9171F87DC5BD}"/>
              </a:ext>
            </a:extLst>
          </p:cNvPr>
          <p:cNvSpPr txBox="1"/>
          <p:nvPr/>
        </p:nvSpPr>
        <p:spPr>
          <a:xfrm>
            <a:off x="3146590" y="456265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5" name="Google Shape;132;p1">
            <a:extLst>
              <a:ext uri="{FF2B5EF4-FFF2-40B4-BE49-F238E27FC236}">
                <a16:creationId xmlns:a16="http://schemas.microsoft.com/office/drawing/2014/main" id="{92CAF21C-D035-605C-8D76-7C83BB083377}"/>
              </a:ext>
            </a:extLst>
          </p:cNvPr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صورة 23">
            <a:extLst>
              <a:ext uri="{FF2B5EF4-FFF2-40B4-BE49-F238E27FC236}">
                <a16:creationId xmlns:a16="http://schemas.microsoft.com/office/drawing/2014/main" id="{260AF6FB-3A82-8D7A-6B28-CFF66F502413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584" b="-3730"/>
          <a:stretch>
            <a:fillRect/>
          </a:stretch>
        </p:blipFill>
        <p:spPr>
          <a:xfrm>
            <a:off x="2321871" y="5077347"/>
            <a:ext cx="1657114" cy="1351533"/>
          </a:xfrm>
          <a:prstGeom prst="rect">
            <a:avLst/>
          </a:prstGeom>
        </p:spPr>
      </p:pic>
      <p:pic>
        <p:nvPicPr>
          <p:cNvPr id="12" name="صورة 25">
            <a:extLst>
              <a:ext uri="{FF2B5EF4-FFF2-40B4-BE49-F238E27FC236}">
                <a16:creationId xmlns:a16="http://schemas.microsoft.com/office/drawing/2014/main" id="{33715FAC-5568-8529-C658-A1D7AD9B0F5C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118"/>
          <a:stretch>
            <a:fillRect/>
          </a:stretch>
        </p:blipFill>
        <p:spPr>
          <a:xfrm>
            <a:off x="4199473" y="5077348"/>
            <a:ext cx="1657114" cy="1348527"/>
          </a:xfrm>
          <a:prstGeom prst="rect">
            <a:avLst/>
          </a:prstGeom>
        </p:spPr>
      </p:pic>
      <p:pic>
        <p:nvPicPr>
          <p:cNvPr id="20" name="صورة 27">
            <a:extLst>
              <a:ext uri="{FF2B5EF4-FFF2-40B4-BE49-F238E27FC236}">
                <a16:creationId xmlns:a16="http://schemas.microsoft.com/office/drawing/2014/main" id="{42E19772-C6A6-07E8-C394-0C87FFE39965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545"/>
          <a:stretch>
            <a:fillRect/>
          </a:stretch>
        </p:blipFill>
        <p:spPr>
          <a:xfrm>
            <a:off x="6087914" y="5095414"/>
            <a:ext cx="1711711" cy="1308152"/>
          </a:xfrm>
          <a:prstGeom prst="rect">
            <a:avLst/>
          </a:prstGeom>
        </p:spPr>
      </p:pic>
      <p:sp>
        <p:nvSpPr>
          <p:cNvPr id="7" name="Google Shape;75;p10">
            <a:extLst>
              <a:ext uri="{FF2B5EF4-FFF2-40B4-BE49-F238E27FC236}">
                <a16:creationId xmlns:a16="http://schemas.microsoft.com/office/drawing/2014/main" id="{5A7FA987-ACF9-C9F4-7973-1B720F032DE9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" name="Google Shape;76;p10">
            <a:extLst>
              <a:ext uri="{FF2B5EF4-FFF2-40B4-BE49-F238E27FC236}">
                <a16:creationId xmlns:a16="http://schemas.microsoft.com/office/drawing/2014/main" id="{4C35DC96-1FB9-C96B-79A3-B2BEA9A78832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40" name="صورة 23">
            <a:extLst>
              <a:ext uri="{FF2B5EF4-FFF2-40B4-BE49-F238E27FC236}">
                <a16:creationId xmlns:a16="http://schemas.microsoft.com/office/drawing/2014/main" id="{639F5165-BD66-9EC9-C983-AA1155375F60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3314" y="5093655"/>
            <a:ext cx="1711791" cy="1314121"/>
          </a:xfrm>
          <a:prstGeom prst="rect">
            <a:avLst/>
          </a:prstGeom>
        </p:spPr>
      </p:pic>
      <p:sp>
        <p:nvSpPr>
          <p:cNvPr id="41" name="شكل حر: شكل 30">
            <a:extLst>
              <a:ext uri="{FF2B5EF4-FFF2-40B4-BE49-F238E27FC236}">
                <a16:creationId xmlns:a16="http://schemas.microsoft.com/office/drawing/2014/main" id="{946EA81D-81EA-50AF-7071-00A27EA2792B}"/>
              </a:ext>
            </a:extLst>
          </p:cNvPr>
          <p:cNvSpPr/>
          <p:nvPr/>
        </p:nvSpPr>
        <p:spPr>
          <a:xfrm rot="2700000">
            <a:off x="9647363" y="691200"/>
            <a:ext cx="4753477" cy="4278591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blipFill dpi="0" rotWithShape="0"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1" eaLnBrk="1" latinLnBrk="0" hangingPunct="1"/>
            <a:endParaRPr lang="ar-SA" dirty="0"/>
          </a:p>
        </p:txBody>
      </p:sp>
      <p:pic>
        <p:nvPicPr>
          <p:cNvPr id="6" name="صورة 33">
            <a:extLst>
              <a:ext uri="{FF2B5EF4-FFF2-40B4-BE49-F238E27FC236}">
                <a16:creationId xmlns:a16="http://schemas.microsoft.com/office/drawing/2014/main" id="{B70B342B-6785-5CF2-EEC9-97E682B6EE84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88374" y="1480683"/>
            <a:ext cx="1726648" cy="1258323"/>
          </a:xfrm>
          <a:prstGeom prst="rect">
            <a:avLst/>
          </a:prstGeom>
        </p:spPr>
      </p:pic>
      <p:pic>
        <p:nvPicPr>
          <p:cNvPr id="16" name="صورة 4">
            <a:extLst>
              <a:ext uri="{FF2B5EF4-FFF2-40B4-BE49-F238E27FC236}">
                <a16:creationId xmlns:a16="http://schemas.microsoft.com/office/drawing/2014/main" id="{CE4FC8C1-5328-B25F-DC28-F7FA22A37C4E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12069" y="3258105"/>
            <a:ext cx="1689665" cy="1321326"/>
          </a:xfrm>
          <a:prstGeom prst="rect">
            <a:avLst/>
          </a:prstGeom>
        </p:spPr>
      </p:pic>
      <p:pic>
        <p:nvPicPr>
          <p:cNvPr id="28" name="صورة 4">
            <a:extLst>
              <a:ext uri="{FF2B5EF4-FFF2-40B4-BE49-F238E27FC236}">
                <a16:creationId xmlns:a16="http://schemas.microsoft.com/office/drawing/2014/main" id="{EA8D5730-CDD0-B259-9C57-180FA35CABBB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24066" y="3261824"/>
            <a:ext cx="1683737" cy="1284061"/>
          </a:xfrm>
          <a:prstGeom prst="rect">
            <a:avLst/>
          </a:prstGeom>
        </p:spPr>
      </p:pic>
      <p:pic>
        <p:nvPicPr>
          <p:cNvPr id="29" name="صورة 4">
            <a:extLst>
              <a:ext uri="{FF2B5EF4-FFF2-40B4-BE49-F238E27FC236}">
                <a16:creationId xmlns:a16="http://schemas.microsoft.com/office/drawing/2014/main" id="{39B98F6F-FA01-4A15-218E-9DC2C2471118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381"/>
          <a:stretch>
            <a:fillRect/>
          </a:stretch>
        </p:blipFill>
        <p:spPr>
          <a:xfrm>
            <a:off x="110281" y="1462012"/>
            <a:ext cx="1676636" cy="1258323"/>
          </a:xfrm>
          <a:prstGeom prst="rect">
            <a:avLst/>
          </a:prstGeom>
        </p:spPr>
      </p:pic>
      <p:pic>
        <p:nvPicPr>
          <p:cNvPr id="30" name="صورة 4">
            <a:extLst>
              <a:ext uri="{FF2B5EF4-FFF2-40B4-BE49-F238E27FC236}">
                <a16:creationId xmlns:a16="http://schemas.microsoft.com/office/drawing/2014/main" id="{4A7B2CB2-57AD-AECE-5D82-B07CE5617EFB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53902" y="3260819"/>
            <a:ext cx="1633381" cy="1317640"/>
          </a:xfrm>
          <a:prstGeom prst="rect">
            <a:avLst/>
          </a:prstGeom>
        </p:spPr>
      </p:pic>
      <p:pic>
        <p:nvPicPr>
          <p:cNvPr id="31" name="صورة 4">
            <a:extLst>
              <a:ext uri="{FF2B5EF4-FFF2-40B4-BE49-F238E27FC236}">
                <a16:creationId xmlns:a16="http://schemas.microsoft.com/office/drawing/2014/main" id="{A7A48B4D-8897-3DC6-2F21-052B59E27338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77438" y="1480685"/>
            <a:ext cx="1726649" cy="1318236"/>
          </a:xfrm>
          <a:prstGeom prst="rect">
            <a:avLst/>
          </a:prstGeom>
        </p:spPr>
      </p:pic>
      <p:pic>
        <p:nvPicPr>
          <p:cNvPr id="32" name="صورة 4">
            <a:extLst>
              <a:ext uri="{FF2B5EF4-FFF2-40B4-BE49-F238E27FC236}">
                <a16:creationId xmlns:a16="http://schemas.microsoft.com/office/drawing/2014/main" id="{41543C51-BFFA-7A2C-935F-CF22C4A0A091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784098" y="1476276"/>
            <a:ext cx="1696159" cy="1303863"/>
          </a:xfrm>
          <a:prstGeom prst="rect">
            <a:avLst/>
          </a:prstGeom>
        </p:spPr>
      </p:pic>
      <p:pic>
        <p:nvPicPr>
          <p:cNvPr id="33" name="صورة 4">
            <a:extLst>
              <a:ext uri="{FF2B5EF4-FFF2-40B4-BE49-F238E27FC236}">
                <a16:creationId xmlns:a16="http://schemas.microsoft.com/office/drawing/2014/main" id="{297169B0-EAA5-D213-F781-369D7B65264B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4193" y="3258105"/>
            <a:ext cx="1560187" cy="1293907"/>
          </a:xfrm>
          <a:prstGeom prst="rect">
            <a:avLst/>
          </a:prstGeom>
        </p:spPr>
      </p:pic>
      <p:pic>
        <p:nvPicPr>
          <p:cNvPr id="34" name="صورة 4">
            <a:extLst>
              <a:ext uri="{FF2B5EF4-FFF2-40B4-BE49-F238E27FC236}">
                <a16:creationId xmlns:a16="http://schemas.microsoft.com/office/drawing/2014/main" id="{5D358A80-13D6-AE14-9A0A-C8CA89176B53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70197" y="1476277"/>
            <a:ext cx="1670392" cy="1310364"/>
          </a:xfrm>
          <a:prstGeom prst="rect">
            <a:avLst/>
          </a:prstGeom>
        </p:spPr>
      </p:pic>
      <p:pic>
        <p:nvPicPr>
          <p:cNvPr id="35" name="صورة 4">
            <a:extLst>
              <a:ext uri="{FF2B5EF4-FFF2-40B4-BE49-F238E27FC236}">
                <a16:creationId xmlns:a16="http://schemas.microsoft.com/office/drawing/2014/main" id="{19A75C67-D1B1-AC58-1C8E-D55BD605A021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54364" y="3258104"/>
            <a:ext cx="1686225" cy="130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367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240C5-A634-71C5-0BFF-4A33B6F35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9B0A0298-3DD8-133B-5CEE-3CA906D78B02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938D5933-5410-8F23-4808-3E7401DCE3DD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6A33B68B-8F99-24EB-B6EB-36DDFAB1A6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FA0F33FB-540A-D16D-8B6F-3FEF5EE79495}"/>
              </a:ext>
            </a:extLst>
          </p:cNvPr>
          <p:cNvGrpSpPr/>
          <p:nvPr/>
        </p:nvGrpSpPr>
        <p:grpSpPr>
          <a:xfrm>
            <a:off x="0" y="6658993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78ADD888-DA1C-9EA3-7E0E-1B8B223A1ECC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7DDB2B37-EE5D-F4DD-2447-C348A2CAE58A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75" name="Google Shape;79;p10">
            <a:extLst>
              <a:ext uri="{FF2B5EF4-FFF2-40B4-BE49-F238E27FC236}">
                <a16:creationId xmlns:a16="http://schemas.microsoft.com/office/drawing/2014/main" id="{FC515852-BEF9-0B19-163C-3CC405C1D985}"/>
              </a:ext>
            </a:extLst>
          </p:cNvPr>
          <p:cNvSpPr txBox="1"/>
          <p:nvPr/>
        </p:nvSpPr>
        <p:spPr>
          <a:xfrm>
            <a:off x="3402331" y="804123"/>
            <a:ext cx="4956395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400" b="1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 </a:t>
            </a: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متوسطة  وثانوية الحميراء بنات </a:t>
            </a:r>
            <a:r>
              <a:rPr lang="ar-SA" sz="1400" b="1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609EA2B2-D108-B61E-15C6-B5DB228628D2}"/>
              </a:ext>
            </a:extLst>
          </p:cNvPr>
          <p:cNvSpPr txBox="1"/>
          <p:nvPr/>
        </p:nvSpPr>
        <p:spPr>
          <a:xfrm>
            <a:off x="9655606" y="6222234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36072367-D4F5-E859-00C4-C9BFA38BC61D}"/>
              </a:ext>
            </a:extLst>
          </p:cNvPr>
          <p:cNvSpPr/>
          <p:nvPr/>
        </p:nvSpPr>
        <p:spPr>
          <a:xfrm>
            <a:off x="7530169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BF1E99DC-503C-849D-D966-4573303BDCE0}"/>
              </a:ext>
            </a:extLst>
          </p:cNvPr>
          <p:cNvSpPr txBox="1"/>
          <p:nvPr/>
        </p:nvSpPr>
        <p:spPr>
          <a:xfrm>
            <a:off x="7342230" y="28241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03617962-24F7-D349-4DEB-237BFE4F54B4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796289E4-4952-3CD9-B75F-FECDBDF1D27B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22F89EAC-A81F-DE77-5651-5A38ED78DE44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2FF50869-1701-DF10-26C8-B21A0563E988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4A2CAFB3-9902-5C85-9911-12E372DF7550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7" name="Google Shape;372;p23">
            <a:extLst>
              <a:ext uri="{FF2B5EF4-FFF2-40B4-BE49-F238E27FC236}">
                <a16:creationId xmlns:a16="http://schemas.microsoft.com/office/drawing/2014/main" id="{B2458503-F117-9AE7-E2B9-232089E329C7}"/>
              </a:ext>
            </a:extLst>
          </p:cNvPr>
          <p:cNvSpPr/>
          <p:nvPr/>
        </p:nvSpPr>
        <p:spPr>
          <a:xfrm>
            <a:off x="6086992" y="646423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8567E258-3C1D-D9AF-4FBB-7D760BE50CAE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0A131FB5-0902-C3F8-0936-395E98EC56E5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E1A3785E-4EF7-4DE6-F8B1-A612A9EBCB9F}"/>
              </a:ext>
            </a:extLst>
          </p:cNvPr>
          <p:cNvSpPr/>
          <p:nvPr/>
        </p:nvSpPr>
        <p:spPr>
          <a:xfrm>
            <a:off x="3784099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372;p23">
            <a:extLst>
              <a:ext uri="{FF2B5EF4-FFF2-40B4-BE49-F238E27FC236}">
                <a16:creationId xmlns:a16="http://schemas.microsoft.com/office/drawing/2014/main" id="{60FAE81C-8FEB-4095-B849-84F8233225FD}"/>
              </a:ext>
            </a:extLst>
          </p:cNvPr>
          <p:cNvSpPr/>
          <p:nvPr/>
        </p:nvSpPr>
        <p:spPr>
          <a:xfrm>
            <a:off x="4199473" y="642998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E22076FE-523A-24B6-DAB3-9D54D21DC229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28A4DA84-593E-3A7E-D15D-BCBF9B1AF3C4}"/>
              </a:ext>
            </a:extLst>
          </p:cNvPr>
          <p:cNvSpPr/>
          <p:nvPr/>
        </p:nvSpPr>
        <p:spPr>
          <a:xfrm>
            <a:off x="1915930" y="470604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372;p23">
            <a:extLst>
              <a:ext uri="{FF2B5EF4-FFF2-40B4-BE49-F238E27FC236}">
                <a16:creationId xmlns:a16="http://schemas.microsoft.com/office/drawing/2014/main" id="{19E87095-A3FF-62FF-5050-B915C3F0FD0B}"/>
              </a:ext>
            </a:extLst>
          </p:cNvPr>
          <p:cNvSpPr/>
          <p:nvPr/>
        </p:nvSpPr>
        <p:spPr>
          <a:xfrm>
            <a:off x="2321871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3" name="Google Shape;372;p23">
            <a:extLst>
              <a:ext uri="{FF2B5EF4-FFF2-40B4-BE49-F238E27FC236}">
                <a16:creationId xmlns:a16="http://schemas.microsoft.com/office/drawing/2014/main" id="{EB6B900E-AE73-F2D5-8B63-44809FB84470}"/>
              </a:ext>
            </a:extLst>
          </p:cNvPr>
          <p:cNvSpPr/>
          <p:nvPr/>
        </p:nvSpPr>
        <p:spPr>
          <a:xfrm>
            <a:off x="367417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940F973C-6879-A2CE-D89C-176AF563B0E3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EE896CB2-AF26-6C07-E9D9-E97C5002F814}"/>
              </a:ext>
            </a:extLst>
          </p:cNvPr>
          <p:cNvSpPr/>
          <p:nvPr/>
        </p:nvSpPr>
        <p:spPr>
          <a:xfrm>
            <a:off x="57266" y="464550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AB54F8AB-E514-3CBD-6948-ED8F50536EE8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6994516C-92F8-D5E0-D974-FB12155E3848}"/>
              </a:ext>
            </a:extLst>
          </p:cNvPr>
          <p:cNvSpPr txBox="1"/>
          <p:nvPr/>
        </p:nvSpPr>
        <p:spPr>
          <a:xfrm>
            <a:off x="-72490" y="461040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32BF1F3C-DFBB-BC50-643F-EC9E588C2892}"/>
              </a:ext>
            </a:extLst>
          </p:cNvPr>
          <p:cNvSpPr txBox="1"/>
          <p:nvPr/>
        </p:nvSpPr>
        <p:spPr>
          <a:xfrm>
            <a:off x="1756984" y="466313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B6D22940-B88E-EE93-18C4-A01FB5149038}"/>
              </a:ext>
            </a:extLst>
          </p:cNvPr>
          <p:cNvSpPr txBox="1"/>
          <p:nvPr/>
        </p:nvSpPr>
        <p:spPr>
          <a:xfrm>
            <a:off x="3658699" y="46537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6F87B7FC-9D8E-4D34-D2AB-14E5E4236154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C72CCF5D-11E1-78BD-950E-7683F3AB18D7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194D17F0-E1F3-CC18-FA12-D0DAC374CA61}"/>
              </a:ext>
            </a:extLst>
          </p:cNvPr>
          <p:cNvSpPr txBox="1"/>
          <p:nvPr/>
        </p:nvSpPr>
        <p:spPr>
          <a:xfrm>
            <a:off x="-135470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7" name="Google Shape;76;p10">
            <a:extLst>
              <a:ext uri="{FF2B5EF4-FFF2-40B4-BE49-F238E27FC236}">
                <a16:creationId xmlns:a16="http://schemas.microsoft.com/office/drawing/2014/main" id="{B4A261CE-202C-34EA-3E47-F4468F1E5D6B}"/>
              </a:ext>
            </a:extLst>
          </p:cNvPr>
          <p:cNvSpPr txBox="1"/>
          <p:nvPr/>
        </p:nvSpPr>
        <p:spPr>
          <a:xfrm>
            <a:off x="5967625" y="643019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8" name="Google Shape;76;p10">
            <a:extLst>
              <a:ext uri="{FF2B5EF4-FFF2-40B4-BE49-F238E27FC236}">
                <a16:creationId xmlns:a16="http://schemas.microsoft.com/office/drawing/2014/main" id="{8ED23C94-A630-8E6F-28FD-F1162E38477E}"/>
              </a:ext>
            </a:extLst>
          </p:cNvPr>
          <p:cNvSpPr txBox="1"/>
          <p:nvPr/>
        </p:nvSpPr>
        <p:spPr>
          <a:xfrm>
            <a:off x="3993435" y="640898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9" name="Google Shape;76;p10">
            <a:extLst>
              <a:ext uri="{FF2B5EF4-FFF2-40B4-BE49-F238E27FC236}">
                <a16:creationId xmlns:a16="http://schemas.microsoft.com/office/drawing/2014/main" id="{09F02BCC-3353-7913-BB4E-FD43A1FA40FB}"/>
              </a:ext>
            </a:extLst>
          </p:cNvPr>
          <p:cNvSpPr txBox="1"/>
          <p:nvPr/>
        </p:nvSpPr>
        <p:spPr>
          <a:xfrm>
            <a:off x="2164894" y="641995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0" name="Google Shape;76;p10">
            <a:extLst>
              <a:ext uri="{FF2B5EF4-FFF2-40B4-BE49-F238E27FC236}">
                <a16:creationId xmlns:a16="http://schemas.microsoft.com/office/drawing/2014/main" id="{6BB86173-5860-EF49-64FB-33E029EB179F}"/>
              </a:ext>
            </a:extLst>
          </p:cNvPr>
          <p:cNvSpPr txBox="1"/>
          <p:nvPr/>
        </p:nvSpPr>
        <p:spPr>
          <a:xfrm>
            <a:off x="190704" y="6428881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" name="شكل حر: شكل 30">
            <a:extLst>
              <a:ext uri="{FF2B5EF4-FFF2-40B4-BE49-F238E27FC236}">
                <a16:creationId xmlns:a16="http://schemas.microsoft.com/office/drawing/2014/main" id="{29D010DF-5759-DCCF-69C4-AEF7AA218049}"/>
              </a:ext>
            </a:extLst>
          </p:cNvPr>
          <p:cNvSpPr/>
          <p:nvPr/>
        </p:nvSpPr>
        <p:spPr>
          <a:xfrm rot="2700000">
            <a:off x="9632691" y="718669"/>
            <a:ext cx="4753477" cy="4278591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blipFill dpi="0" rotWithShape="0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1" eaLnBrk="1" latinLnBrk="0" hangingPunct="1"/>
            <a:endParaRPr lang="ar-SA"/>
          </a:p>
        </p:txBody>
      </p:sp>
      <p:sp>
        <p:nvSpPr>
          <p:cNvPr id="16" name="Google Shape;76;p10">
            <a:extLst>
              <a:ext uri="{FF2B5EF4-FFF2-40B4-BE49-F238E27FC236}">
                <a16:creationId xmlns:a16="http://schemas.microsoft.com/office/drawing/2014/main" id="{A15D3971-7586-01D8-312B-5D34B397AC4F}"/>
              </a:ext>
            </a:extLst>
          </p:cNvPr>
          <p:cNvSpPr txBox="1"/>
          <p:nvPr/>
        </p:nvSpPr>
        <p:spPr>
          <a:xfrm>
            <a:off x="7408515" y="463499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pic>
        <p:nvPicPr>
          <p:cNvPr id="23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65BA0ADD-DCC3-47B3-318B-B1CF7BDBD89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24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5F96AF55-DEA5-EB55-3DD6-FB4C31C58C4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sp>
        <p:nvSpPr>
          <p:cNvPr id="26" name="Google Shape;75;p10">
            <a:extLst>
              <a:ext uri="{FF2B5EF4-FFF2-40B4-BE49-F238E27FC236}">
                <a16:creationId xmlns:a16="http://schemas.microsoft.com/office/drawing/2014/main" id="{37148A59-BC9D-411F-75BC-ED2931C2679E}"/>
              </a:ext>
            </a:extLst>
          </p:cNvPr>
          <p:cNvSpPr txBox="1"/>
          <p:nvPr/>
        </p:nvSpPr>
        <p:spPr>
          <a:xfrm>
            <a:off x="3285357" y="466219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28" name="Google Shape;132;p1">
            <a:extLst>
              <a:ext uri="{FF2B5EF4-FFF2-40B4-BE49-F238E27FC236}">
                <a16:creationId xmlns:a16="http://schemas.microsoft.com/office/drawing/2014/main" id="{E3AC8556-F259-49EC-485B-50FD92593106}"/>
              </a:ext>
            </a:extLst>
          </p:cNvPr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صورة 4">
            <a:extLst>
              <a:ext uri="{FF2B5EF4-FFF2-40B4-BE49-F238E27FC236}">
                <a16:creationId xmlns:a16="http://schemas.microsoft.com/office/drawing/2014/main" id="{A49EEA7F-B59B-2928-6E1F-A80F1B333E7F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193999" y="5071262"/>
            <a:ext cx="1686529" cy="1314199"/>
          </a:xfrm>
          <a:prstGeom prst="rect">
            <a:avLst/>
          </a:prstGeom>
        </p:spPr>
      </p:pic>
      <p:sp>
        <p:nvSpPr>
          <p:cNvPr id="3" name="شكل حر: شكل 30">
            <a:extLst>
              <a:ext uri="{FF2B5EF4-FFF2-40B4-BE49-F238E27FC236}">
                <a16:creationId xmlns:a16="http://schemas.microsoft.com/office/drawing/2014/main" id="{F9BFF851-AA22-ED18-28F9-11B4659ACDA9}"/>
              </a:ext>
            </a:extLst>
          </p:cNvPr>
          <p:cNvSpPr/>
          <p:nvPr/>
        </p:nvSpPr>
        <p:spPr>
          <a:xfrm rot="2700000">
            <a:off x="9632691" y="718669"/>
            <a:ext cx="4753477" cy="4278591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blipFill dpi="0" rotWithShape="0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0" eaLnBrk="1" latinLnBrk="0" hangingPunct="1"/>
            <a:endParaRPr lang="ar-SA"/>
          </a:p>
        </p:txBody>
      </p:sp>
      <p:sp>
        <p:nvSpPr>
          <p:cNvPr id="10" name="شكل حر: شكل 30">
            <a:extLst>
              <a:ext uri="{FF2B5EF4-FFF2-40B4-BE49-F238E27FC236}">
                <a16:creationId xmlns:a16="http://schemas.microsoft.com/office/drawing/2014/main" id="{3638462B-8B9D-FFD1-443F-EAD11B83131B}"/>
              </a:ext>
            </a:extLst>
          </p:cNvPr>
          <p:cNvSpPr/>
          <p:nvPr/>
        </p:nvSpPr>
        <p:spPr>
          <a:xfrm rot="2700000">
            <a:off x="9632691" y="718669"/>
            <a:ext cx="4753477" cy="4278591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blipFill dpi="0" rotWithShape="0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1" eaLnBrk="1" latinLnBrk="0" hangingPunct="1"/>
            <a:endParaRPr lang="ar-SA"/>
          </a:p>
        </p:txBody>
      </p:sp>
      <p:sp>
        <p:nvSpPr>
          <p:cNvPr id="6" name="Google Shape;75;p10">
            <a:extLst>
              <a:ext uri="{FF2B5EF4-FFF2-40B4-BE49-F238E27FC236}">
                <a16:creationId xmlns:a16="http://schemas.microsoft.com/office/drawing/2014/main" id="{9CA00A06-CB4E-0EC4-8C1C-D20849EF8018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" name="Google Shape;76;p10">
            <a:extLst>
              <a:ext uri="{FF2B5EF4-FFF2-40B4-BE49-F238E27FC236}">
                <a16:creationId xmlns:a16="http://schemas.microsoft.com/office/drawing/2014/main" id="{88662218-AED8-CA4A-1ACC-8087DB376EEA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42" name="صورة 4">
            <a:extLst>
              <a:ext uri="{FF2B5EF4-FFF2-40B4-BE49-F238E27FC236}">
                <a16:creationId xmlns:a16="http://schemas.microsoft.com/office/drawing/2014/main" id="{E25257E6-F4C1-333F-EBC7-A94EDA99C8B7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971"/>
          <a:stretch>
            <a:fillRect/>
          </a:stretch>
        </p:blipFill>
        <p:spPr>
          <a:xfrm>
            <a:off x="6095999" y="5081786"/>
            <a:ext cx="1648107" cy="1309995"/>
          </a:xfrm>
          <a:prstGeom prst="rect">
            <a:avLst/>
          </a:prstGeom>
        </p:spPr>
      </p:pic>
      <p:pic>
        <p:nvPicPr>
          <p:cNvPr id="43" name="صورة 4">
            <a:extLst>
              <a:ext uri="{FF2B5EF4-FFF2-40B4-BE49-F238E27FC236}">
                <a16:creationId xmlns:a16="http://schemas.microsoft.com/office/drawing/2014/main" id="{17556039-7194-C107-FF36-B0F49956DA6C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00243" y="5071262"/>
            <a:ext cx="1686529" cy="1314199"/>
          </a:xfrm>
          <a:prstGeom prst="rect">
            <a:avLst/>
          </a:prstGeom>
        </p:spPr>
      </p:pic>
      <p:pic>
        <p:nvPicPr>
          <p:cNvPr id="44" name="صورة 4">
            <a:extLst>
              <a:ext uri="{FF2B5EF4-FFF2-40B4-BE49-F238E27FC236}">
                <a16:creationId xmlns:a16="http://schemas.microsoft.com/office/drawing/2014/main" id="{91E39C52-3A2A-DE3D-7ABF-53629601DA6B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759" y="5071262"/>
            <a:ext cx="1686429" cy="1303828"/>
          </a:xfrm>
          <a:prstGeom prst="rect">
            <a:avLst/>
          </a:prstGeom>
        </p:spPr>
      </p:pic>
      <p:pic>
        <p:nvPicPr>
          <p:cNvPr id="5" name="صورة 4">
            <a:extLst>
              <a:ext uri="{FF2B5EF4-FFF2-40B4-BE49-F238E27FC236}">
                <a16:creationId xmlns:a16="http://schemas.microsoft.com/office/drawing/2014/main" id="{BDAA81C0-BCC8-CE2A-341F-5EFC0262094D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5" b="-1784"/>
          <a:stretch>
            <a:fillRect/>
          </a:stretch>
        </p:blipFill>
        <p:spPr>
          <a:xfrm>
            <a:off x="5663628" y="1451983"/>
            <a:ext cx="1650545" cy="1328875"/>
          </a:xfrm>
          <a:prstGeom prst="rect">
            <a:avLst/>
          </a:prstGeom>
        </p:spPr>
      </p:pic>
      <p:pic>
        <p:nvPicPr>
          <p:cNvPr id="8" name="صورة 4">
            <a:extLst>
              <a:ext uri="{FF2B5EF4-FFF2-40B4-BE49-F238E27FC236}">
                <a16:creationId xmlns:a16="http://schemas.microsoft.com/office/drawing/2014/main" id="{5F8F1180-03B3-7BFF-1995-0963A2BACA95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113" b="-1658"/>
          <a:stretch>
            <a:fillRect/>
          </a:stretch>
        </p:blipFill>
        <p:spPr>
          <a:xfrm>
            <a:off x="3808563" y="1459187"/>
            <a:ext cx="1664306" cy="1314213"/>
          </a:xfrm>
          <a:prstGeom prst="rect">
            <a:avLst/>
          </a:prstGeom>
        </p:spPr>
      </p:pic>
      <p:pic>
        <p:nvPicPr>
          <p:cNvPr id="15" name="صورة 4">
            <a:extLst>
              <a:ext uri="{FF2B5EF4-FFF2-40B4-BE49-F238E27FC236}">
                <a16:creationId xmlns:a16="http://schemas.microsoft.com/office/drawing/2014/main" id="{5982BADD-06C4-F1CD-96D9-447077A873F5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347"/>
          <a:stretch>
            <a:fillRect/>
          </a:stretch>
        </p:blipFill>
        <p:spPr>
          <a:xfrm>
            <a:off x="57266" y="1428059"/>
            <a:ext cx="1677798" cy="1341121"/>
          </a:xfrm>
          <a:prstGeom prst="rect">
            <a:avLst/>
          </a:prstGeom>
        </p:spPr>
      </p:pic>
      <p:pic>
        <p:nvPicPr>
          <p:cNvPr id="17" name="صورة 4">
            <a:extLst>
              <a:ext uri="{FF2B5EF4-FFF2-40B4-BE49-F238E27FC236}">
                <a16:creationId xmlns:a16="http://schemas.microsoft.com/office/drawing/2014/main" id="{BF8FE1EF-42C9-EF44-C82E-B8D265D5F40E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28969" y="3263726"/>
            <a:ext cx="1659513" cy="1302861"/>
          </a:xfrm>
          <a:prstGeom prst="rect">
            <a:avLst/>
          </a:prstGeom>
        </p:spPr>
      </p:pic>
      <p:pic>
        <p:nvPicPr>
          <p:cNvPr id="18" name="صورة 4">
            <a:extLst>
              <a:ext uri="{FF2B5EF4-FFF2-40B4-BE49-F238E27FC236}">
                <a16:creationId xmlns:a16="http://schemas.microsoft.com/office/drawing/2014/main" id="{8E0F4A75-0BBD-6C05-0D19-D8A81B6A13B1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892"/>
          <a:stretch>
            <a:fillRect/>
          </a:stretch>
        </p:blipFill>
        <p:spPr>
          <a:xfrm>
            <a:off x="3784099" y="3268617"/>
            <a:ext cx="1688770" cy="1311044"/>
          </a:xfrm>
          <a:prstGeom prst="rect">
            <a:avLst/>
          </a:prstGeom>
        </p:spPr>
      </p:pic>
      <p:pic>
        <p:nvPicPr>
          <p:cNvPr id="19" name="صورة 4">
            <a:extLst>
              <a:ext uri="{FF2B5EF4-FFF2-40B4-BE49-F238E27FC236}">
                <a16:creationId xmlns:a16="http://schemas.microsoft.com/office/drawing/2014/main" id="{97E98FCA-E326-699F-D97B-51A5647215FA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136"/>
          <a:stretch>
            <a:fillRect/>
          </a:stretch>
        </p:blipFill>
        <p:spPr>
          <a:xfrm>
            <a:off x="1956635" y="3262092"/>
            <a:ext cx="1616410" cy="1311044"/>
          </a:xfrm>
          <a:prstGeom prst="rect">
            <a:avLst/>
          </a:prstGeom>
        </p:spPr>
      </p:pic>
      <p:pic>
        <p:nvPicPr>
          <p:cNvPr id="20" name="صورة 4">
            <a:extLst>
              <a:ext uri="{FF2B5EF4-FFF2-40B4-BE49-F238E27FC236}">
                <a16:creationId xmlns:a16="http://schemas.microsoft.com/office/drawing/2014/main" id="{7BEC30A5-5CD1-85E9-CEF3-B7C11CCC750F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427"/>
          <a:stretch>
            <a:fillRect/>
          </a:stretch>
        </p:blipFill>
        <p:spPr>
          <a:xfrm>
            <a:off x="5670197" y="3262092"/>
            <a:ext cx="1672033" cy="1313820"/>
          </a:xfrm>
          <a:prstGeom prst="rect">
            <a:avLst/>
          </a:prstGeom>
        </p:spPr>
      </p:pic>
      <p:pic>
        <p:nvPicPr>
          <p:cNvPr id="21" name="صورة 4">
            <a:extLst>
              <a:ext uri="{FF2B5EF4-FFF2-40B4-BE49-F238E27FC236}">
                <a16:creationId xmlns:a16="http://schemas.microsoft.com/office/drawing/2014/main" id="{D274DAF2-0D0E-806F-6F4B-FCE0EE3E6DE9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027"/>
          <a:stretch>
            <a:fillRect/>
          </a:stretch>
        </p:blipFill>
        <p:spPr>
          <a:xfrm>
            <a:off x="1898342" y="1474018"/>
            <a:ext cx="1674702" cy="1295162"/>
          </a:xfrm>
          <a:prstGeom prst="rect">
            <a:avLst/>
          </a:prstGeom>
        </p:spPr>
      </p:pic>
      <p:pic>
        <p:nvPicPr>
          <p:cNvPr id="35" name="صورة 4">
            <a:extLst>
              <a:ext uri="{FF2B5EF4-FFF2-40B4-BE49-F238E27FC236}">
                <a16:creationId xmlns:a16="http://schemas.microsoft.com/office/drawing/2014/main" id="{A891E226-4575-77FA-768E-8C6BA0B1B06F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04932" y="1458131"/>
            <a:ext cx="1644851" cy="1315269"/>
          </a:xfrm>
          <a:prstGeom prst="rect">
            <a:avLst/>
          </a:prstGeom>
        </p:spPr>
      </p:pic>
      <p:pic>
        <p:nvPicPr>
          <p:cNvPr id="37" name="صورة 4">
            <a:extLst>
              <a:ext uri="{FF2B5EF4-FFF2-40B4-BE49-F238E27FC236}">
                <a16:creationId xmlns:a16="http://schemas.microsoft.com/office/drawing/2014/main" id="{EADE19B8-8232-3DB1-6A5B-B4EBCF35CD8D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0704" y="3262093"/>
            <a:ext cx="1518414" cy="131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19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632CC-87F1-A2B0-76FC-FF1049A36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A0B1518B-A944-99D2-E94A-DF006A6269F0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D20D1E63-1888-ACE9-F917-261448B6E31E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944A740E-5EA3-B695-207F-51542ABB7F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1D384889-FA88-B5C3-50BD-D0045C296927}"/>
              </a:ext>
            </a:extLst>
          </p:cNvPr>
          <p:cNvGrpSpPr/>
          <p:nvPr/>
        </p:nvGrpSpPr>
        <p:grpSpPr>
          <a:xfrm>
            <a:off x="0" y="6658993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D7F65BEF-6721-7E65-4527-57292A9570FA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03A409E8-0800-5EB9-7535-11138C4F5985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CC49497C-46E4-7F36-E4FA-A95E21E1316F}"/>
              </a:ext>
            </a:extLst>
          </p:cNvPr>
          <p:cNvSpPr txBox="1"/>
          <p:nvPr/>
        </p:nvSpPr>
        <p:spPr>
          <a:xfrm>
            <a:off x="9531024" y="6253460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7A096F9C-A49A-E9B1-8A30-B9E80F118D0D}"/>
              </a:ext>
            </a:extLst>
          </p:cNvPr>
          <p:cNvSpPr/>
          <p:nvPr/>
        </p:nvSpPr>
        <p:spPr>
          <a:xfrm>
            <a:off x="7530169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51D80377-BCA2-AFA5-1770-7CE7FE1FB2B3}"/>
              </a:ext>
            </a:extLst>
          </p:cNvPr>
          <p:cNvSpPr txBox="1"/>
          <p:nvPr/>
        </p:nvSpPr>
        <p:spPr>
          <a:xfrm>
            <a:off x="7342230" y="28241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701B0495-EBE5-6DB6-26F9-C7E2F8DF8B38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6A03C68B-5F13-7CB9-CA6B-5C4F8E1720AF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FDA14652-D775-2BF9-012B-B7C58E8A615B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D094EFAC-F4EB-FD48-8891-E33DEE070B38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8B54B680-9E25-510B-0911-1C9DB7D994D8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7" name="Google Shape;372;p23">
            <a:extLst>
              <a:ext uri="{FF2B5EF4-FFF2-40B4-BE49-F238E27FC236}">
                <a16:creationId xmlns:a16="http://schemas.microsoft.com/office/drawing/2014/main" id="{627CC4F3-0731-0E2C-7E9A-44771E091A3B}"/>
              </a:ext>
            </a:extLst>
          </p:cNvPr>
          <p:cNvSpPr/>
          <p:nvPr/>
        </p:nvSpPr>
        <p:spPr>
          <a:xfrm>
            <a:off x="6086992" y="646423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1ECD6762-CC9F-4031-8ABC-852A52E9E370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D925AB6C-FD09-368D-A523-00AFD8BA708F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91031269-745F-9CD9-C488-8039AD76B33B}"/>
              </a:ext>
            </a:extLst>
          </p:cNvPr>
          <p:cNvSpPr/>
          <p:nvPr/>
        </p:nvSpPr>
        <p:spPr>
          <a:xfrm>
            <a:off x="3784099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372;p23">
            <a:extLst>
              <a:ext uri="{FF2B5EF4-FFF2-40B4-BE49-F238E27FC236}">
                <a16:creationId xmlns:a16="http://schemas.microsoft.com/office/drawing/2014/main" id="{41E4BBF7-6F7C-509E-95E5-2C894EF3A774}"/>
              </a:ext>
            </a:extLst>
          </p:cNvPr>
          <p:cNvSpPr/>
          <p:nvPr/>
        </p:nvSpPr>
        <p:spPr>
          <a:xfrm>
            <a:off x="4199473" y="642998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6BFAE6CB-928D-10AF-6159-FEA6BFC97B1D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6251BBD1-69C9-D032-270F-A173A89FC77F}"/>
              </a:ext>
            </a:extLst>
          </p:cNvPr>
          <p:cNvSpPr/>
          <p:nvPr/>
        </p:nvSpPr>
        <p:spPr>
          <a:xfrm>
            <a:off x="1915930" y="470604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372;p23">
            <a:extLst>
              <a:ext uri="{FF2B5EF4-FFF2-40B4-BE49-F238E27FC236}">
                <a16:creationId xmlns:a16="http://schemas.microsoft.com/office/drawing/2014/main" id="{35B53EA2-535B-9B3E-42B5-21530A2B2054}"/>
              </a:ext>
            </a:extLst>
          </p:cNvPr>
          <p:cNvSpPr/>
          <p:nvPr/>
        </p:nvSpPr>
        <p:spPr>
          <a:xfrm>
            <a:off x="2321871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3" name="Google Shape;372;p23">
            <a:extLst>
              <a:ext uri="{FF2B5EF4-FFF2-40B4-BE49-F238E27FC236}">
                <a16:creationId xmlns:a16="http://schemas.microsoft.com/office/drawing/2014/main" id="{68DABD64-A9EC-2866-5A4E-402FC48EF43F}"/>
              </a:ext>
            </a:extLst>
          </p:cNvPr>
          <p:cNvSpPr/>
          <p:nvPr/>
        </p:nvSpPr>
        <p:spPr>
          <a:xfrm>
            <a:off x="367417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7A454838-C86D-5F13-D79D-BF15A13A12D2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EAA124D7-63CF-1441-6180-616612F1D12F}"/>
              </a:ext>
            </a:extLst>
          </p:cNvPr>
          <p:cNvSpPr/>
          <p:nvPr/>
        </p:nvSpPr>
        <p:spPr>
          <a:xfrm>
            <a:off x="57266" y="470990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E16D0983-5CF8-36EE-F107-D3F9A108A3F9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FC8B9F9C-2A32-958E-9879-60FF884E7ED3}"/>
              </a:ext>
            </a:extLst>
          </p:cNvPr>
          <p:cNvSpPr txBox="1"/>
          <p:nvPr/>
        </p:nvSpPr>
        <p:spPr>
          <a:xfrm>
            <a:off x="-58762" y="4674932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F84DFFE3-02F4-FD85-2EAB-B63B5EAC18AC}"/>
              </a:ext>
            </a:extLst>
          </p:cNvPr>
          <p:cNvSpPr txBox="1"/>
          <p:nvPr/>
        </p:nvSpPr>
        <p:spPr>
          <a:xfrm>
            <a:off x="1756984" y="466313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AC1E77B6-DD9D-7A89-48BA-FC0519278469}"/>
              </a:ext>
            </a:extLst>
          </p:cNvPr>
          <p:cNvSpPr txBox="1"/>
          <p:nvPr/>
        </p:nvSpPr>
        <p:spPr>
          <a:xfrm>
            <a:off x="3658699" y="46537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B196BC5C-E964-AB3E-3714-F60831FED41D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4" name="Google Shape;76;p10">
            <a:extLst>
              <a:ext uri="{FF2B5EF4-FFF2-40B4-BE49-F238E27FC236}">
                <a16:creationId xmlns:a16="http://schemas.microsoft.com/office/drawing/2014/main" id="{ABFD82E6-FAEE-7D4B-A1CD-0C4EB58479F7}"/>
              </a:ext>
            </a:extLst>
          </p:cNvPr>
          <p:cNvSpPr txBox="1"/>
          <p:nvPr/>
        </p:nvSpPr>
        <p:spPr>
          <a:xfrm>
            <a:off x="7366681" y="463167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3423F959-38F1-7568-E73E-4758F1A91BD8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B21A2D82-9A34-CA86-A917-3008D7F1A2AE}"/>
              </a:ext>
            </a:extLst>
          </p:cNvPr>
          <p:cNvSpPr txBox="1"/>
          <p:nvPr/>
        </p:nvSpPr>
        <p:spPr>
          <a:xfrm>
            <a:off x="-135470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7" name="Google Shape;76;p10">
            <a:extLst>
              <a:ext uri="{FF2B5EF4-FFF2-40B4-BE49-F238E27FC236}">
                <a16:creationId xmlns:a16="http://schemas.microsoft.com/office/drawing/2014/main" id="{7B6E9F1E-F377-8404-87C1-8C5E1AFD9E7C}"/>
              </a:ext>
            </a:extLst>
          </p:cNvPr>
          <p:cNvSpPr txBox="1"/>
          <p:nvPr/>
        </p:nvSpPr>
        <p:spPr>
          <a:xfrm>
            <a:off x="5967625" y="643019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8" name="Google Shape;76;p10">
            <a:extLst>
              <a:ext uri="{FF2B5EF4-FFF2-40B4-BE49-F238E27FC236}">
                <a16:creationId xmlns:a16="http://schemas.microsoft.com/office/drawing/2014/main" id="{458DA26C-CC1C-11FE-4698-60936D41683A}"/>
              </a:ext>
            </a:extLst>
          </p:cNvPr>
          <p:cNvSpPr txBox="1"/>
          <p:nvPr/>
        </p:nvSpPr>
        <p:spPr>
          <a:xfrm>
            <a:off x="3993435" y="640898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9" name="Google Shape;76;p10">
            <a:extLst>
              <a:ext uri="{FF2B5EF4-FFF2-40B4-BE49-F238E27FC236}">
                <a16:creationId xmlns:a16="http://schemas.microsoft.com/office/drawing/2014/main" id="{6A305E64-A440-790B-BA8D-C73193A1DB31}"/>
              </a:ext>
            </a:extLst>
          </p:cNvPr>
          <p:cNvSpPr txBox="1"/>
          <p:nvPr/>
        </p:nvSpPr>
        <p:spPr>
          <a:xfrm>
            <a:off x="2164894" y="641995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0" name="Google Shape;76;p10">
            <a:extLst>
              <a:ext uri="{FF2B5EF4-FFF2-40B4-BE49-F238E27FC236}">
                <a16:creationId xmlns:a16="http://schemas.microsoft.com/office/drawing/2014/main" id="{59F3CF28-2DC1-BFA0-0609-8BABB2B748E9}"/>
              </a:ext>
            </a:extLst>
          </p:cNvPr>
          <p:cNvSpPr txBox="1"/>
          <p:nvPr/>
        </p:nvSpPr>
        <p:spPr>
          <a:xfrm>
            <a:off x="190704" y="6428881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" name="Google Shape;79;p10">
            <a:extLst>
              <a:ext uri="{FF2B5EF4-FFF2-40B4-BE49-F238E27FC236}">
                <a16:creationId xmlns:a16="http://schemas.microsoft.com/office/drawing/2014/main" id="{7DEAE8FD-EA96-936E-CEE3-D850BEB706FD}"/>
              </a:ext>
            </a:extLst>
          </p:cNvPr>
          <p:cNvSpPr txBox="1"/>
          <p:nvPr/>
        </p:nvSpPr>
        <p:spPr>
          <a:xfrm>
            <a:off x="3417970" y="850502"/>
            <a:ext cx="4956395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 الابتدائية الأولى بالعارضة بنات)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1E9C60BF-982A-C1A3-16C8-4D12A8F04D1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13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0DFEEFBE-249C-7BCF-427F-F901C805642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sp>
        <p:nvSpPr>
          <p:cNvPr id="14" name="Google Shape;75;p10">
            <a:extLst>
              <a:ext uri="{FF2B5EF4-FFF2-40B4-BE49-F238E27FC236}">
                <a16:creationId xmlns:a16="http://schemas.microsoft.com/office/drawing/2014/main" id="{766B7E30-32C7-5E68-57B9-09F28DF5253F}"/>
              </a:ext>
            </a:extLst>
          </p:cNvPr>
          <p:cNvSpPr txBox="1"/>
          <p:nvPr/>
        </p:nvSpPr>
        <p:spPr>
          <a:xfrm>
            <a:off x="3146590" y="456265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5" name="Google Shape;132;p1">
            <a:extLst>
              <a:ext uri="{FF2B5EF4-FFF2-40B4-BE49-F238E27FC236}">
                <a16:creationId xmlns:a16="http://schemas.microsoft.com/office/drawing/2014/main" id="{16186AB0-D697-5B97-41D1-4CBA98E02292}"/>
              </a:ext>
            </a:extLst>
          </p:cNvPr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صورة 4">
            <a:extLst>
              <a:ext uri="{FF2B5EF4-FFF2-40B4-BE49-F238E27FC236}">
                <a16:creationId xmlns:a16="http://schemas.microsoft.com/office/drawing/2014/main" id="{17A130E8-BDA2-D221-7269-6B4846E2BC61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86993" y="5011958"/>
            <a:ext cx="1657114" cy="1357193"/>
          </a:xfrm>
          <a:prstGeom prst="rect">
            <a:avLst/>
          </a:prstGeom>
        </p:spPr>
      </p:pic>
      <p:pic>
        <p:nvPicPr>
          <p:cNvPr id="41" name="صورة 4">
            <a:extLst>
              <a:ext uri="{FF2B5EF4-FFF2-40B4-BE49-F238E27FC236}">
                <a16:creationId xmlns:a16="http://schemas.microsoft.com/office/drawing/2014/main" id="{4EEBF0A4-8880-DA45-7C65-2A274CEFE932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10326" y="5024032"/>
            <a:ext cx="1714205" cy="1325616"/>
          </a:xfrm>
          <a:prstGeom prst="rect">
            <a:avLst/>
          </a:prstGeom>
        </p:spPr>
      </p:pic>
      <p:pic>
        <p:nvPicPr>
          <p:cNvPr id="42" name="صورة 4">
            <a:extLst>
              <a:ext uri="{FF2B5EF4-FFF2-40B4-BE49-F238E27FC236}">
                <a16:creationId xmlns:a16="http://schemas.microsoft.com/office/drawing/2014/main" id="{ED24E91D-917F-13B0-0C44-FA8C8620EAAA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21872" y="5024032"/>
            <a:ext cx="1671564" cy="1325616"/>
          </a:xfrm>
          <a:prstGeom prst="rect">
            <a:avLst/>
          </a:prstGeom>
        </p:spPr>
      </p:pic>
      <p:pic>
        <p:nvPicPr>
          <p:cNvPr id="45" name="صورة 4">
            <a:extLst>
              <a:ext uri="{FF2B5EF4-FFF2-40B4-BE49-F238E27FC236}">
                <a16:creationId xmlns:a16="http://schemas.microsoft.com/office/drawing/2014/main" id="{A2DDF892-9D4E-BF05-B037-E6DB0DB7F760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918"/>
          <a:stretch>
            <a:fillRect/>
          </a:stretch>
        </p:blipFill>
        <p:spPr>
          <a:xfrm>
            <a:off x="4207504" y="5011956"/>
            <a:ext cx="1649083" cy="13376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DB0B06-F74A-AC38-4D6A-4E6A38F0CF7E}"/>
              </a:ext>
            </a:extLst>
          </p:cNvPr>
          <p:cNvSpPr txBox="1"/>
          <p:nvPr/>
        </p:nvSpPr>
        <p:spPr>
          <a:xfrm>
            <a:off x="6788371" y="4341795"/>
            <a:ext cx="6912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1" eaLnBrk="1" latinLnBrk="0" hangingPunct="1"/>
            <a:r>
              <a:rPr lang="ar-SA" sz="5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٢٠٢٥/٠٦/٠١</a:t>
            </a:r>
            <a:r>
              <a:rPr lang="ar-SA" sz="6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ar-SA" sz="5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٦:٥٥:٠٥م</a:t>
            </a:r>
          </a:p>
          <a:p>
            <a:pPr marL="0" algn="r" defTabSz="914400" rtl="1" eaLnBrk="1" latinLnBrk="0" hangingPunct="1"/>
            <a:r>
              <a:rPr lang="ar-SA" sz="5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الابتدائيه الأولى</a:t>
            </a:r>
            <a:endParaRPr lang="en-SA" sz="50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5F051D-F934-0C19-ED43-78E793E814AE}"/>
              </a:ext>
            </a:extLst>
          </p:cNvPr>
          <p:cNvSpPr txBox="1"/>
          <p:nvPr/>
        </p:nvSpPr>
        <p:spPr>
          <a:xfrm>
            <a:off x="4840269" y="4332534"/>
            <a:ext cx="6912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1" eaLnBrk="1" latinLnBrk="0" hangingPunct="1"/>
            <a:r>
              <a:rPr lang="ar-SA" sz="5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٢٠٢٥/٠٦/٠١</a:t>
            </a:r>
            <a:r>
              <a:rPr lang="ar-SA" sz="6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ar-SA" sz="5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٦:٥٠:٣٥م</a:t>
            </a:r>
          </a:p>
          <a:p>
            <a:pPr marL="0" algn="r" defTabSz="914400" rtl="1" eaLnBrk="1" latinLnBrk="0" hangingPunct="1"/>
            <a:r>
              <a:rPr lang="ar-SA" sz="5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الابتدائيه الأولى</a:t>
            </a:r>
            <a:endParaRPr lang="en-SA" sz="50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21" name="شكل حر: شكل 30">
            <a:extLst>
              <a:ext uri="{FF2B5EF4-FFF2-40B4-BE49-F238E27FC236}">
                <a16:creationId xmlns:a16="http://schemas.microsoft.com/office/drawing/2014/main" id="{408598D5-D10C-AB24-A88F-C7BCFF61A0BC}"/>
              </a:ext>
            </a:extLst>
          </p:cNvPr>
          <p:cNvSpPr/>
          <p:nvPr/>
        </p:nvSpPr>
        <p:spPr>
          <a:xfrm rot="2700000">
            <a:off x="9647363" y="692049"/>
            <a:ext cx="4753477" cy="4278591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blipFill dpi="0" rotWithShape="0"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1" eaLnBrk="1" latinLnBrk="0" hangingPunct="1"/>
            <a:endParaRPr lang="ar-SA"/>
          </a:p>
        </p:txBody>
      </p:sp>
      <p:sp>
        <p:nvSpPr>
          <p:cNvPr id="5" name="Google Shape;75;p10">
            <a:extLst>
              <a:ext uri="{FF2B5EF4-FFF2-40B4-BE49-F238E27FC236}">
                <a16:creationId xmlns:a16="http://schemas.microsoft.com/office/drawing/2014/main" id="{41C93EA0-8004-49B5-BEEE-A378E53B2488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" name="Google Shape;76;p10">
            <a:extLst>
              <a:ext uri="{FF2B5EF4-FFF2-40B4-BE49-F238E27FC236}">
                <a16:creationId xmlns:a16="http://schemas.microsoft.com/office/drawing/2014/main" id="{E86D1832-2988-27B3-99D9-760BF69F071E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8" name="صورة 4">
            <a:extLst>
              <a:ext uri="{FF2B5EF4-FFF2-40B4-BE49-F238E27FC236}">
                <a16:creationId xmlns:a16="http://schemas.microsoft.com/office/drawing/2014/main" id="{FACBDF53-8B7C-7324-1506-5E864793C9B5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91091" y="1587715"/>
            <a:ext cx="1610869" cy="1190235"/>
          </a:xfrm>
          <a:prstGeom prst="rect">
            <a:avLst/>
          </a:prstGeom>
        </p:spPr>
      </p:pic>
      <p:pic>
        <p:nvPicPr>
          <p:cNvPr id="19" name="صورة 4">
            <a:extLst>
              <a:ext uri="{FF2B5EF4-FFF2-40B4-BE49-F238E27FC236}">
                <a16:creationId xmlns:a16="http://schemas.microsoft.com/office/drawing/2014/main" id="{88906E07-6994-C9F2-639B-8A15EE6A371C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63742" y="1573145"/>
            <a:ext cx="1558444" cy="1208873"/>
          </a:xfrm>
          <a:prstGeom prst="rect">
            <a:avLst/>
          </a:prstGeom>
        </p:spPr>
      </p:pic>
      <p:pic>
        <p:nvPicPr>
          <p:cNvPr id="20" name="صورة 4">
            <a:extLst>
              <a:ext uri="{FF2B5EF4-FFF2-40B4-BE49-F238E27FC236}">
                <a16:creationId xmlns:a16="http://schemas.microsoft.com/office/drawing/2014/main" id="{94C0375F-89C6-1931-BFC7-6676DDE6D35D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03158" y="3339139"/>
            <a:ext cx="1627492" cy="1205660"/>
          </a:xfrm>
          <a:prstGeom prst="rect">
            <a:avLst/>
          </a:prstGeom>
        </p:spPr>
      </p:pic>
      <p:pic>
        <p:nvPicPr>
          <p:cNvPr id="22" name="صورة 31">
            <a:extLst>
              <a:ext uri="{FF2B5EF4-FFF2-40B4-BE49-F238E27FC236}">
                <a16:creationId xmlns:a16="http://schemas.microsoft.com/office/drawing/2014/main" id="{C1D5D54A-CC6D-7D28-6FF6-0D87205B2E93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4386" y="1605439"/>
            <a:ext cx="1569253" cy="1167326"/>
          </a:xfrm>
          <a:prstGeom prst="rect">
            <a:avLst/>
          </a:prstGeom>
        </p:spPr>
      </p:pic>
      <p:pic>
        <p:nvPicPr>
          <p:cNvPr id="24" name="صورة 32">
            <a:extLst>
              <a:ext uri="{FF2B5EF4-FFF2-40B4-BE49-F238E27FC236}">
                <a16:creationId xmlns:a16="http://schemas.microsoft.com/office/drawing/2014/main" id="{C07E3AE5-576C-9270-693C-38F1C46CFBD9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56374" y="3332592"/>
            <a:ext cx="1628604" cy="1219253"/>
          </a:xfrm>
          <a:prstGeom prst="rect">
            <a:avLst/>
          </a:prstGeom>
        </p:spPr>
      </p:pic>
      <p:pic>
        <p:nvPicPr>
          <p:cNvPr id="26" name="صورة 33">
            <a:extLst>
              <a:ext uri="{FF2B5EF4-FFF2-40B4-BE49-F238E27FC236}">
                <a16:creationId xmlns:a16="http://schemas.microsoft.com/office/drawing/2014/main" id="{941660B5-9263-4CD2-9F93-ECE2600648E8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03752" y="1587715"/>
            <a:ext cx="1606020" cy="1201581"/>
          </a:xfrm>
          <a:prstGeom prst="rect">
            <a:avLst/>
          </a:prstGeom>
        </p:spPr>
      </p:pic>
      <p:pic>
        <p:nvPicPr>
          <p:cNvPr id="28" name="صورة 32">
            <a:extLst>
              <a:ext uri="{FF2B5EF4-FFF2-40B4-BE49-F238E27FC236}">
                <a16:creationId xmlns:a16="http://schemas.microsoft.com/office/drawing/2014/main" id="{08BB77A1-2173-CAAF-AFF1-A49608468500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86589" y="3332593"/>
            <a:ext cx="1610870" cy="1200860"/>
          </a:xfrm>
          <a:prstGeom prst="rect">
            <a:avLst/>
          </a:prstGeom>
        </p:spPr>
      </p:pic>
      <p:pic>
        <p:nvPicPr>
          <p:cNvPr id="29" name="صورة 4">
            <a:extLst>
              <a:ext uri="{FF2B5EF4-FFF2-40B4-BE49-F238E27FC236}">
                <a16:creationId xmlns:a16="http://schemas.microsoft.com/office/drawing/2014/main" id="{DF9E5706-1705-B0B0-814D-7225272D897E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8380" y="3339137"/>
            <a:ext cx="1628604" cy="1224671"/>
          </a:xfrm>
          <a:prstGeom prst="rect">
            <a:avLst/>
          </a:prstGeom>
        </p:spPr>
      </p:pic>
      <p:pic>
        <p:nvPicPr>
          <p:cNvPr id="30" name="صورة 33">
            <a:extLst>
              <a:ext uri="{FF2B5EF4-FFF2-40B4-BE49-F238E27FC236}">
                <a16:creationId xmlns:a16="http://schemas.microsoft.com/office/drawing/2014/main" id="{9C170AAE-5FB9-43DC-C058-1CE0EA81E9AE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62541" y="1605439"/>
            <a:ext cx="1592914" cy="1178867"/>
          </a:xfrm>
          <a:prstGeom prst="rect">
            <a:avLst/>
          </a:prstGeom>
        </p:spPr>
      </p:pic>
      <p:pic>
        <p:nvPicPr>
          <p:cNvPr id="35" name="صورة 4">
            <a:extLst>
              <a:ext uri="{FF2B5EF4-FFF2-40B4-BE49-F238E27FC236}">
                <a16:creationId xmlns:a16="http://schemas.microsoft.com/office/drawing/2014/main" id="{B083123E-EEE3-930C-FE84-BCCD44DEBE6F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12069" y="3339137"/>
            <a:ext cx="1643386" cy="1212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765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1103F-6C70-CEA3-ABC5-EEBCCBB69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C87BDA37-9B9A-2FE6-83A7-F4018F05B00B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09E666D0-B9DD-D4E3-8DC4-F3EB6FF455FF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DE823D24-C16D-E8A0-35B8-99C0DDDDFF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0F61995F-7D0D-13C0-36B5-59FA72454F51}"/>
              </a:ext>
            </a:extLst>
          </p:cNvPr>
          <p:cNvGrpSpPr/>
          <p:nvPr/>
        </p:nvGrpSpPr>
        <p:grpSpPr>
          <a:xfrm>
            <a:off x="0" y="6658993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B4624579-5E59-A6B0-2538-E5624D5FD288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EA0FC835-15EF-FFD4-18E7-D1A3814CCAA0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75" name="Google Shape;79;p10">
            <a:extLst>
              <a:ext uri="{FF2B5EF4-FFF2-40B4-BE49-F238E27FC236}">
                <a16:creationId xmlns:a16="http://schemas.microsoft.com/office/drawing/2014/main" id="{A2158E1D-1684-3BFD-136C-E88F570E2F81}"/>
              </a:ext>
            </a:extLst>
          </p:cNvPr>
          <p:cNvSpPr txBox="1"/>
          <p:nvPr/>
        </p:nvSpPr>
        <p:spPr>
          <a:xfrm>
            <a:off x="3417970" y="850502"/>
            <a:ext cx="4956395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 روضة ليلى القرشية و الابتدائية الثانية بالعارضة بنات 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شكل حر: شكل 30">
            <a:extLst>
              <a:ext uri="{FF2B5EF4-FFF2-40B4-BE49-F238E27FC236}">
                <a16:creationId xmlns:a16="http://schemas.microsoft.com/office/drawing/2014/main" id="{52C23B25-6A83-FE85-2BB2-8C0FDD1277F1}"/>
              </a:ext>
            </a:extLst>
          </p:cNvPr>
          <p:cNvSpPr/>
          <p:nvPr/>
        </p:nvSpPr>
        <p:spPr>
          <a:xfrm rot="2700000">
            <a:off x="9661359" y="761581"/>
            <a:ext cx="4753477" cy="4278594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blipFill dpi="0" rotWithShape="0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0" eaLnBrk="1" latinLnBrk="0" hangingPunct="1"/>
            <a:endParaRPr lang="ar-SA"/>
          </a:p>
        </p:txBody>
      </p: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0C943F6F-4FB6-DEB2-BD45-0DBC8377DDD5}"/>
              </a:ext>
            </a:extLst>
          </p:cNvPr>
          <p:cNvSpPr txBox="1"/>
          <p:nvPr/>
        </p:nvSpPr>
        <p:spPr>
          <a:xfrm>
            <a:off x="9451514" y="6223164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242383D3-F6CD-C3CA-355B-183F98BB3E33}"/>
              </a:ext>
            </a:extLst>
          </p:cNvPr>
          <p:cNvSpPr/>
          <p:nvPr/>
        </p:nvSpPr>
        <p:spPr>
          <a:xfrm>
            <a:off x="7530169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084C74C7-6C02-090A-237C-B8D3806431CE}"/>
              </a:ext>
            </a:extLst>
          </p:cNvPr>
          <p:cNvSpPr txBox="1"/>
          <p:nvPr/>
        </p:nvSpPr>
        <p:spPr>
          <a:xfrm>
            <a:off x="7342230" y="28241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7438090C-1C21-FC71-8573-80410CD79A74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A7B1AB48-FC42-B801-590E-57745D8B320F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074BC765-DFB5-2496-B14A-6CDF45264364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9F34AECA-F7F6-E82C-A0E6-1EBE300AD84A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1B343ACF-F50A-2F45-2634-D9A83271B538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7" name="Google Shape;372;p23">
            <a:extLst>
              <a:ext uri="{FF2B5EF4-FFF2-40B4-BE49-F238E27FC236}">
                <a16:creationId xmlns:a16="http://schemas.microsoft.com/office/drawing/2014/main" id="{DD9CC640-BC95-AF9D-68F9-B4B141340657}"/>
              </a:ext>
            </a:extLst>
          </p:cNvPr>
          <p:cNvSpPr/>
          <p:nvPr/>
        </p:nvSpPr>
        <p:spPr>
          <a:xfrm>
            <a:off x="6086992" y="646423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58" name="صورة 4">
            <a:extLst>
              <a:ext uri="{FF2B5EF4-FFF2-40B4-BE49-F238E27FC236}">
                <a16:creationId xmlns:a16="http://schemas.microsoft.com/office/drawing/2014/main" id="{CC38F38E-8997-EE45-4805-ECF1526BA22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83633" y="5169175"/>
            <a:ext cx="1634507" cy="1210507"/>
          </a:xfrm>
          <a:prstGeom prst="rect">
            <a:avLst/>
          </a:prstGeom>
        </p:spPr>
      </p:pic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DD43CA0E-7568-8823-9CF0-85B7D4CFD2B9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AEB5A4B3-62A3-EAB0-6AEB-21645F35B663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F9E8B19E-2407-FC57-0C8B-C38F728BF403}"/>
              </a:ext>
            </a:extLst>
          </p:cNvPr>
          <p:cNvSpPr/>
          <p:nvPr/>
        </p:nvSpPr>
        <p:spPr>
          <a:xfrm>
            <a:off x="3784099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372;p23">
            <a:extLst>
              <a:ext uri="{FF2B5EF4-FFF2-40B4-BE49-F238E27FC236}">
                <a16:creationId xmlns:a16="http://schemas.microsoft.com/office/drawing/2014/main" id="{C69692A1-D4DE-D499-D4DE-43C8274046DF}"/>
              </a:ext>
            </a:extLst>
          </p:cNvPr>
          <p:cNvSpPr/>
          <p:nvPr/>
        </p:nvSpPr>
        <p:spPr>
          <a:xfrm>
            <a:off x="4199473" y="642998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CD0C8A4F-D239-F442-AFEA-68F45838721A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20534715-C4F1-88D5-2E89-6155D40558C8}"/>
              </a:ext>
            </a:extLst>
          </p:cNvPr>
          <p:cNvSpPr/>
          <p:nvPr/>
        </p:nvSpPr>
        <p:spPr>
          <a:xfrm>
            <a:off x="1907135" y="465872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372;p23">
            <a:extLst>
              <a:ext uri="{FF2B5EF4-FFF2-40B4-BE49-F238E27FC236}">
                <a16:creationId xmlns:a16="http://schemas.microsoft.com/office/drawing/2014/main" id="{C3C1107F-13D2-153D-3F23-921D1209E720}"/>
              </a:ext>
            </a:extLst>
          </p:cNvPr>
          <p:cNvSpPr/>
          <p:nvPr/>
        </p:nvSpPr>
        <p:spPr>
          <a:xfrm>
            <a:off x="2321871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3" name="Google Shape;372;p23">
            <a:extLst>
              <a:ext uri="{FF2B5EF4-FFF2-40B4-BE49-F238E27FC236}">
                <a16:creationId xmlns:a16="http://schemas.microsoft.com/office/drawing/2014/main" id="{9CFC9347-C9F0-15DF-D804-EB9FCD28B56E}"/>
              </a:ext>
            </a:extLst>
          </p:cNvPr>
          <p:cNvSpPr/>
          <p:nvPr/>
        </p:nvSpPr>
        <p:spPr>
          <a:xfrm>
            <a:off x="367417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EB0D23D5-9410-D853-842F-5FCC9034C7FC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10F1C521-1BE7-5187-3213-BDAEC3330B53}"/>
              </a:ext>
            </a:extLst>
          </p:cNvPr>
          <p:cNvSpPr/>
          <p:nvPr/>
        </p:nvSpPr>
        <p:spPr>
          <a:xfrm>
            <a:off x="57266" y="464550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265C5831-424B-B62C-2150-3A20506637CA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58B9F209-051F-D1F9-F057-D09BE28F3693}"/>
              </a:ext>
            </a:extLst>
          </p:cNvPr>
          <p:cNvSpPr txBox="1"/>
          <p:nvPr/>
        </p:nvSpPr>
        <p:spPr>
          <a:xfrm>
            <a:off x="-68764" y="460914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73BE34D9-D952-8735-4701-937B9BFEF384}"/>
              </a:ext>
            </a:extLst>
          </p:cNvPr>
          <p:cNvSpPr txBox="1"/>
          <p:nvPr/>
        </p:nvSpPr>
        <p:spPr>
          <a:xfrm>
            <a:off x="1679017" y="460914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4FCE9E4E-2A0A-B2D8-B4DF-B57F36F086E3}"/>
              </a:ext>
            </a:extLst>
          </p:cNvPr>
          <p:cNvSpPr txBox="1"/>
          <p:nvPr/>
        </p:nvSpPr>
        <p:spPr>
          <a:xfrm>
            <a:off x="3658699" y="46537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B3A4BF33-EF3F-3280-62F5-1EDF73D31125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4" name="Google Shape;76;p10">
            <a:extLst>
              <a:ext uri="{FF2B5EF4-FFF2-40B4-BE49-F238E27FC236}">
                <a16:creationId xmlns:a16="http://schemas.microsoft.com/office/drawing/2014/main" id="{3ACD9192-AB82-38BC-AC60-47F5B258D081}"/>
              </a:ext>
            </a:extLst>
          </p:cNvPr>
          <p:cNvSpPr txBox="1"/>
          <p:nvPr/>
        </p:nvSpPr>
        <p:spPr>
          <a:xfrm>
            <a:off x="7366681" y="463167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07D08A24-C731-575F-1222-B9FE37EDC487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8A053B1F-1052-E143-6FFD-3DA7A4EF2B24}"/>
              </a:ext>
            </a:extLst>
          </p:cNvPr>
          <p:cNvSpPr txBox="1"/>
          <p:nvPr/>
        </p:nvSpPr>
        <p:spPr>
          <a:xfrm>
            <a:off x="-103744" y="285234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7" name="Google Shape;76;p10">
            <a:extLst>
              <a:ext uri="{FF2B5EF4-FFF2-40B4-BE49-F238E27FC236}">
                <a16:creationId xmlns:a16="http://schemas.microsoft.com/office/drawing/2014/main" id="{B0D8B7FE-6ED0-59AF-AF1D-54047DE43133}"/>
              </a:ext>
            </a:extLst>
          </p:cNvPr>
          <p:cNvSpPr txBox="1"/>
          <p:nvPr/>
        </p:nvSpPr>
        <p:spPr>
          <a:xfrm>
            <a:off x="5967625" y="643019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8" name="Google Shape;76;p10">
            <a:extLst>
              <a:ext uri="{FF2B5EF4-FFF2-40B4-BE49-F238E27FC236}">
                <a16:creationId xmlns:a16="http://schemas.microsoft.com/office/drawing/2014/main" id="{1BBCB425-DCBF-FBA9-85F2-4E26B1C3B865}"/>
              </a:ext>
            </a:extLst>
          </p:cNvPr>
          <p:cNvSpPr txBox="1"/>
          <p:nvPr/>
        </p:nvSpPr>
        <p:spPr>
          <a:xfrm>
            <a:off x="3993435" y="640898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9" name="Google Shape;76;p10">
            <a:extLst>
              <a:ext uri="{FF2B5EF4-FFF2-40B4-BE49-F238E27FC236}">
                <a16:creationId xmlns:a16="http://schemas.microsoft.com/office/drawing/2014/main" id="{468127C0-503B-3F7B-4CB9-2804EEB150DF}"/>
              </a:ext>
            </a:extLst>
          </p:cNvPr>
          <p:cNvSpPr txBox="1"/>
          <p:nvPr/>
        </p:nvSpPr>
        <p:spPr>
          <a:xfrm>
            <a:off x="2164894" y="641995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0" name="Google Shape;76;p10">
            <a:extLst>
              <a:ext uri="{FF2B5EF4-FFF2-40B4-BE49-F238E27FC236}">
                <a16:creationId xmlns:a16="http://schemas.microsoft.com/office/drawing/2014/main" id="{8FDFF323-17F8-6B1F-180E-65D8E5FF84B7}"/>
              </a:ext>
            </a:extLst>
          </p:cNvPr>
          <p:cNvSpPr txBox="1"/>
          <p:nvPr/>
        </p:nvSpPr>
        <p:spPr>
          <a:xfrm>
            <a:off x="190704" y="6428881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4" name="صورة 4">
            <a:extLst>
              <a:ext uri="{FF2B5EF4-FFF2-40B4-BE49-F238E27FC236}">
                <a16:creationId xmlns:a16="http://schemas.microsoft.com/office/drawing/2014/main" id="{EDA4D091-249F-BE6F-ADFD-9E6AE82F2CF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04631" y="5168602"/>
            <a:ext cx="1683287" cy="1186549"/>
          </a:xfrm>
          <a:prstGeom prst="rect">
            <a:avLst/>
          </a:prstGeom>
        </p:spPr>
      </p:pic>
      <p:pic>
        <p:nvPicPr>
          <p:cNvPr id="9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1ADFC877-A821-1CBC-0595-CAF374CBF833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10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4497BD29-9970-75E3-4940-5A808F69E058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sp>
        <p:nvSpPr>
          <p:cNvPr id="17" name="Google Shape;75;p10">
            <a:extLst>
              <a:ext uri="{FF2B5EF4-FFF2-40B4-BE49-F238E27FC236}">
                <a16:creationId xmlns:a16="http://schemas.microsoft.com/office/drawing/2014/main" id="{3316E3D2-929A-6051-9F2E-0DA361D33846}"/>
              </a:ext>
            </a:extLst>
          </p:cNvPr>
          <p:cNvSpPr txBox="1"/>
          <p:nvPr/>
        </p:nvSpPr>
        <p:spPr>
          <a:xfrm>
            <a:off x="3285357" y="466219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9" name="Google Shape;132;p1">
            <a:extLst>
              <a:ext uri="{FF2B5EF4-FFF2-40B4-BE49-F238E27FC236}">
                <a16:creationId xmlns:a16="http://schemas.microsoft.com/office/drawing/2014/main" id="{00C72E44-1370-6930-E710-4292669C3DDE}"/>
              </a:ext>
            </a:extLst>
          </p:cNvPr>
          <p:cNvPicPr preferRelativeResize="0"/>
          <p:nvPr/>
        </p:nvPicPr>
        <p:blipFill rotWithShape="1"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صورة 4">
            <a:extLst>
              <a:ext uri="{FF2B5EF4-FFF2-40B4-BE49-F238E27FC236}">
                <a16:creationId xmlns:a16="http://schemas.microsoft.com/office/drawing/2014/main" id="{EB0E7CB8-807B-0343-E438-181E842738D8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32963" y="5168603"/>
            <a:ext cx="1657114" cy="1186548"/>
          </a:xfrm>
          <a:prstGeom prst="rect">
            <a:avLst/>
          </a:prstGeom>
        </p:spPr>
      </p:pic>
      <p:pic>
        <p:nvPicPr>
          <p:cNvPr id="8" name="صورة 4">
            <a:extLst>
              <a:ext uri="{FF2B5EF4-FFF2-40B4-BE49-F238E27FC236}">
                <a16:creationId xmlns:a16="http://schemas.microsoft.com/office/drawing/2014/main" id="{AB58B034-84DC-2A5C-F672-104ADF2D62AF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45"/>
          <a:stretch>
            <a:fillRect/>
          </a:stretch>
        </p:blipFill>
        <p:spPr>
          <a:xfrm>
            <a:off x="367417" y="5152421"/>
            <a:ext cx="1686439" cy="1210507"/>
          </a:xfrm>
          <a:prstGeom prst="rect">
            <a:avLst/>
          </a:prstGeom>
        </p:spPr>
      </p:pic>
      <p:sp>
        <p:nvSpPr>
          <p:cNvPr id="6" name="Google Shape;75;p10">
            <a:extLst>
              <a:ext uri="{FF2B5EF4-FFF2-40B4-BE49-F238E27FC236}">
                <a16:creationId xmlns:a16="http://schemas.microsoft.com/office/drawing/2014/main" id="{98E7CCB2-3661-41CC-7366-CC675BFA86A7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3" name="Google Shape;76;p10">
            <a:extLst>
              <a:ext uri="{FF2B5EF4-FFF2-40B4-BE49-F238E27FC236}">
                <a16:creationId xmlns:a16="http://schemas.microsoft.com/office/drawing/2014/main" id="{8656EA34-2056-6215-5C50-DD870FEB118E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5" name="صورة 4">
            <a:extLst>
              <a:ext uri="{FF2B5EF4-FFF2-40B4-BE49-F238E27FC236}">
                <a16:creationId xmlns:a16="http://schemas.microsoft.com/office/drawing/2014/main" id="{78C76358-B7B2-96EC-A6ED-57D1D1F23C9A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5400000">
            <a:off x="7673963" y="1331203"/>
            <a:ext cx="1266419" cy="1650545"/>
          </a:xfrm>
          <a:prstGeom prst="rect">
            <a:avLst/>
          </a:prstGeom>
        </p:spPr>
      </p:pic>
      <p:pic>
        <p:nvPicPr>
          <p:cNvPr id="16" name="صورة 4">
            <a:extLst>
              <a:ext uri="{FF2B5EF4-FFF2-40B4-BE49-F238E27FC236}">
                <a16:creationId xmlns:a16="http://schemas.microsoft.com/office/drawing/2014/main" id="{F06B4A44-9693-1BCA-DA28-80F4CC6B8C1D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5400000">
            <a:off x="3983694" y="1315842"/>
            <a:ext cx="1266420" cy="1665613"/>
          </a:xfrm>
          <a:prstGeom prst="rect">
            <a:avLst/>
          </a:prstGeom>
        </p:spPr>
      </p:pic>
      <p:pic>
        <p:nvPicPr>
          <p:cNvPr id="18" name="صورة 4">
            <a:extLst>
              <a:ext uri="{FF2B5EF4-FFF2-40B4-BE49-F238E27FC236}">
                <a16:creationId xmlns:a16="http://schemas.microsoft.com/office/drawing/2014/main" id="{F0748C5A-4928-8F6B-4F84-A5710B0A6FD2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5400000">
            <a:off x="2124308" y="1289469"/>
            <a:ext cx="1266418" cy="1718357"/>
          </a:xfrm>
          <a:prstGeom prst="rect">
            <a:avLst/>
          </a:prstGeom>
        </p:spPr>
      </p:pic>
      <p:pic>
        <p:nvPicPr>
          <p:cNvPr id="21" name="صورة 4">
            <a:extLst>
              <a:ext uri="{FF2B5EF4-FFF2-40B4-BE49-F238E27FC236}">
                <a16:creationId xmlns:a16="http://schemas.microsoft.com/office/drawing/2014/main" id="{9BC073D2-35BC-C677-8941-75105903284B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5400000">
            <a:off x="5874672" y="1297678"/>
            <a:ext cx="1266419" cy="1717595"/>
          </a:xfrm>
          <a:prstGeom prst="rect">
            <a:avLst/>
          </a:prstGeom>
        </p:spPr>
      </p:pic>
      <p:pic>
        <p:nvPicPr>
          <p:cNvPr id="26" name="صورة 4">
            <a:extLst>
              <a:ext uri="{FF2B5EF4-FFF2-40B4-BE49-F238E27FC236}">
                <a16:creationId xmlns:a16="http://schemas.microsoft.com/office/drawing/2014/main" id="{97655735-FDA6-43F7-901A-A50EFF5F2D6E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5400000">
            <a:off x="7738924" y="3160790"/>
            <a:ext cx="1239605" cy="1657114"/>
          </a:xfrm>
          <a:prstGeom prst="rect">
            <a:avLst/>
          </a:prstGeom>
        </p:spPr>
      </p:pic>
      <p:pic>
        <p:nvPicPr>
          <p:cNvPr id="29" name="صورة 4">
            <a:extLst>
              <a:ext uri="{FF2B5EF4-FFF2-40B4-BE49-F238E27FC236}">
                <a16:creationId xmlns:a16="http://schemas.microsoft.com/office/drawing/2014/main" id="{5E3A5197-7063-2502-A41D-994F2FBB9570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5400000">
            <a:off x="4027301" y="3181397"/>
            <a:ext cx="1236830" cy="1607990"/>
          </a:xfrm>
          <a:prstGeom prst="rect">
            <a:avLst/>
          </a:prstGeom>
        </p:spPr>
      </p:pic>
      <p:pic>
        <p:nvPicPr>
          <p:cNvPr id="30" name="صورة 4">
            <a:extLst>
              <a:ext uri="{FF2B5EF4-FFF2-40B4-BE49-F238E27FC236}">
                <a16:creationId xmlns:a16="http://schemas.microsoft.com/office/drawing/2014/main" id="{BB5C8EFC-0223-54EC-ACF2-820AC3A1E49C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5400000">
            <a:off x="2160038" y="3147147"/>
            <a:ext cx="1231487" cy="1681832"/>
          </a:xfrm>
          <a:prstGeom prst="rect">
            <a:avLst/>
          </a:prstGeom>
        </p:spPr>
      </p:pic>
      <p:pic>
        <p:nvPicPr>
          <p:cNvPr id="32" name="صورة 4">
            <a:extLst>
              <a:ext uri="{FF2B5EF4-FFF2-40B4-BE49-F238E27FC236}">
                <a16:creationId xmlns:a16="http://schemas.microsoft.com/office/drawing/2014/main" id="{0BE78331-33FF-181F-BD45-8FBF6A0CD311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837" y="3366975"/>
            <a:ext cx="1633543" cy="1207677"/>
          </a:xfrm>
          <a:prstGeom prst="rect">
            <a:avLst/>
          </a:prstGeom>
        </p:spPr>
      </p:pic>
      <p:pic>
        <p:nvPicPr>
          <p:cNvPr id="34" name="صورة 4">
            <a:extLst>
              <a:ext uri="{FF2B5EF4-FFF2-40B4-BE49-F238E27FC236}">
                <a16:creationId xmlns:a16="http://schemas.microsoft.com/office/drawing/2014/main" id="{CCB4FD32-FEF1-668D-1227-8C66BFB98A03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5400000">
            <a:off x="5885555" y="3173960"/>
            <a:ext cx="1236830" cy="1633544"/>
          </a:xfrm>
          <a:prstGeom prst="rect">
            <a:avLst/>
          </a:prstGeom>
        </p:spPr>
      </p:pic>
      <p:pic>
        <p:nvPicPr>
          <p:cNvPr id="35" name="صورة 4">
            <a:extLst>
              <a:ext uri="{FF2B5EF4-FFF2-40B4-BE49-F238E27FC236}">
                <a16:creationId xmlns:a16="http://schemas.microsoft.com/office/drawing/2014/main" id="{F4C1F0FF-611D-23A2-1790-A3944BFD4AEF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5400000">
            <a:off x="256526" y="1314777"/>
            <a:ext cx="1258590" cy="1675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963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851C0-AA73-7FB4-1657-17B8C062A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89AB18F7-9EEB-7216-3E7B-A9B3B9520F64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C322C3CA-A18F-B622-F4DC-C95C5436D5AD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B33CE787-D548-8965-8336-F6866A2C06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4E4FD1FF-16B3-752D-071E-051EA0319A29}"/>
              </a:ext>
            </a:extLst>
          </p:cNvPr>
          <p:cNvGrpSpPr/>
          <p:nvPr/>
        </p:nvGrpSpPr>
        <p:grpSpPr>
          <a:xfrm>
            <a:off x="0" y="6658993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64F94D44-57CB-0879-2D49-4F95589A8AE8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564C1D28-6966-8CF0-53F7-4474654B06E7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965BD74F-5146-72B0-CE2E-BB6F4C3BC93C}"/>
              </a:ext>
            </a:extLst>
          </p:cNvPr>
          <p:cNvSpPr txBox="1"/>
          <p:nvPr/>
        </p:nvSpPr>
        <p:spPr>
          <a:xfrm>
            <a:off x="9531024" y="6253460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1C7F3668-37C0-E12D-D48B-8ACE0EEA41D8}"/>
              </a:ext>
            </a:extLst>
          </p:cNvPr>
          <p:cNvSpPr/>
          <p:nvPr/>
        </p:nvSpPr>
        <p:spPr>
          <a:xfrm>
            <a:off x="7530169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4712BD4A-96DC-D0A7-9A17-BB148E824227}"/>
              </a:ext>
            </a:extLst>
          </p:cNvPr>
          <p:cNvSpPr txBox="1"/>
          <p:nvPr/>
        </p:nvSpPr>
        <p:spPr>
          <a:xfrm>
            <a:off x="7342230" y="28241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8858F433-614C-23D1-9067-9698EBD1EF58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AA8A1D19-4EC7-C26A-9000-8B199383FB74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14886C70-E8B1-22CC-AD29-FF319245CE45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132F2A20-B113-BCC7-F5AA-7F09A2FEA02F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D71F310E-4484-27E6-44A6-7124EA56F830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7" name="Google Shape;372;p23">
            <a:extLst>
              <a:ext uri="{FF2B5EF4-FFF2-40B4-BE49-F238E27FC236}">
                <a16:creationId xmlns:a16="http://schemas.microsoft.com/office/drawing/2014/main" id="{8F266D93-100C-CC5A-B6E0-145471BB24B7}"/>
              </a:ext>
            </a:extLst>
          </p:cNvPr>
          <p:cNvSpPr/>
          <p:nvPr/>
        </p:nvSpPr>
        <p:spPr>
          <a:xfrm>
            <a:off x="6086992" y="6422676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57A694AD-5BBC-F734-579C-C564E2740D83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2766E05E-4F18-06A1-272D-D4B24401D390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A89A3567-CCF6-1462-AD0C-C18679BB9535}"/>
              </a:ext>
            </a:extLst>
          </p:cNvPr>
          <p:cNvSpPr/>
          <p:nvPr/>
        </p:nvSpPr>
        <p:spPr>
          <a:xfrm>
            <a:off x="3784099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372;p23">
            <a:extLst>
              <a:ext uri="{FF2B5EF4-FFF2-40B4-BE49-F238E27FC236}">
                <a16:creationId xmlns:a16="http://schemas.microsoft.com/office/drawing/2014/main" id="{949BE001-3F6E-91A6-3681-F1C11163DA5E}"/>
              </a:ext>
            </a:extLst>
          </p:cNvPr>
          <p:cNvSpPr/>
          <p:nvPr/>
        </p:nvSpPr>
        <p:spPr>
          <a:xfrm>
            <a:off x="4199473" y="642998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6EFEA434-DD3F-9BF8-7E67-25B8F462E8A5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B024CB3E-4006-6B58-169E-2901E19577C5}"/>
              </a:ext>
            </a:extLst>
          </p:cNvPr>
          <p:cNvSpPr/>
          <p:nvPr/>
        </p:nvSpPr>
        <p:spPr>
          <a:xfrm>
            <a:off x="1915930" y="470604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372;p23">
            <a:extLst>
              <a:ext uri="{FF2B5EF4-FFF2-40B4-BE49-F238E27FC236}">
                <a16:creationId xmlns:a16="http://schemas.microsoft.com/office/drawing/2014/main" id="{C21AEF87-8F2D-D4BE-7244-5176B49712DB}"/>
              </a:ext>
            </a:extLst>
          </p:cNvPr>
          <p:cNvSpPr/>
          <p:nvPr/>
        </p:nvSpPr>
        <p:spPr>
          <a:xfrm>
            <a:off x="2321871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3" name="Google Shape;372;p23">
            <a:extLst>
              <a:ext uri="{FF2B5EF4-FFF2-40B4-BE49-F238E27FC236}">
                <a16:creationId xmlns:a16="http://schemas.microsoft.com/office/drawing/2014/main" id="{7A21F269-97DE-1A8B-6DAE-D92A94CBF616}"/>
              </a:ext>
            </a:extLst>
          </p:cNvPr>
          <p:cNvSpPr/>
          <p:nvPr/>
        </p:nvSpPr>
        <p:spPr>
          <a:xfrm>
            <a:off x="367417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DA4E1964-44E6-8A16-C270-D94FD3EB2A9E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86577A6C-82FC-5BAD-968B-59DF72FA847C}"/>
              </a:ext>
            </a:extLst>
          </p:cNvPr>
          <p:cNvSpPr/>
          <p:nvPr/>
        </p:nvSpPr>
        <p:spPr>
          <a:xfrm>
            <a:off x="57266" y="470990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E6C20AC1-B1F9-B599-33E5-028B8A50957D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C2DDA7EE-2DB6-DF12-ACC9-86043441DA4B}"/>
              </a:ext>
            </a:extLst>
          </p:cNvPr>
          <p:cNvSpPr txBox="1"/>
          <p:nvPr/>
        </p:nvSpPr>
        <p:spPr>
          <a:xfrm>
            <a:off x="-58762" y="4674932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8BEFB376-D394-76FC-99CD-062E40020292}"/>
              </a:ext>
            </a:extLst>
          </p:cNvPr>
          <p:cNvSpPr txBox="1"/>
          <p:nvPr/>
        </p:nvSpPr>
        <p:spPr>
          <a:xfrm>
            <a:off x="1756984" y="466313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6B143D9B-657D-0FC7-D1AB-EFEA19314014}"/>
              </a:ext>
            </a:extLst>
          </p:cNvPr>
          <p:cNvSpPr txBox="1"/>
          <p:nvPr/>
        </p:nvSpPr>
        <p:spPr>
          <a:xfrm>
            <a:off x="3658699" y="46537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F1368C35-4A20-5588-7DAA-17613DD7744F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4" name="Google Shape;76;p10">
            <a:extLst>
              <a:ext uri="{FF2B5EF4-FFF2-40B4-BE49-F238E27FC236}">
                <a16:creationId xmlns:a16="http://schemas.microsoft.com/office/drawing/2014/main" id="{DF9E6EAE-8E48-0461-F660-995A2992A45C}"/>
              </a:ext>
            </a:extLst>
          </p:cNvPr>
          <p:cNvSpPr txBox="1"/>
          <p:nvPr/>
        </p:nvSpPr>
        <p:spPr>
          <a:xfrm>
            <a:off x="7366681" y="463167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5BC42438-6D2D-F9A8-9E95-14004878F704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9F0C3967-D3EF-29F4-DF50-8C5F6BD1316A}"/>
              </a:ext>
            </a:extLst>
          </p:cNvPr>
          <p:cNvSpPr txBox="1"/>
          <p:nvPr/>
        </p:nvSpPr>
        <p:spPr>
          <a:xfrm>
            <a:off x="-86376" y="284801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7" name="Google Shape;76;p10">
            <a:extLst>
              <a:ext uri="{FF2B5EF4-FFF2-40B4-BE49-F238E27FC236}">
                <a16:creationId xmlns:a16="http://schemas.microsoft.com/office/drawing/2014/main" id="{2749AB9F-C2F7-DEEA-5B97-24460F97FEC4}"/>
              </a:ext>
            </a:extLst>
          </p:cNvPr>
          <p:cNvSpPr txBox="1"/>
          <p:nvPr/>
        </p:nvSpPr>
        <p:spPr>
          <a:xfrm>
            <a:off x="5975120" y="63871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8" name="Google Shape;76;p10">
            <a:extLst>
              <a:ext uri="{FF2B5EF4-FFF2-40B4-BE49-F238E27FC236}">
                <a16:creationId xmlns:a16="http://schemas.microsoft.com/office/drawing/2014/main" id="{A9C7FD78-A8A0-9614-E7AA-A341CB9AA36F}"/>
              </a:ext>
            </a:extLst>
          </p:cNvPr>
          <p:cNvSpPr txBox="1"/>
          <p:nvPr/>
        </p:nvSpPr>
        <p:spPr>
          <a:xfrm>
            <a:off x="3993435" y="640898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9" name="Google Shape;76;p10">
            <a:extLst>
              <a:ext uri="{FF2B5EF4-FFF2-40B4-BE49-F238E27FC236}">
                <a16:creationId xmlns:a16="http://schemas.microsoft.com/office/drawing/2014/main" id="{D8423F89-DFAE-25FF-8DBE-8EDFF561AA39}"/>
              </a:ext>
            </a:extLst>
          </p:cNvPr>
          <p:cNvSpPr txBox="1"/>
          <p:nvPr/>
        </p:nvSpPr>
        <p:spPr>
          <a:xfrm>
            <a:off x="2164894" y="641995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0" name="Google Shape;76;p10">
            <a:extLst>
              <a:ext uri="{FF2B5EF4-FFF2-40B4-BE49-F238E27FC236}">
                <a16:creationId xmlns:a16="http://schemas.microsoft.com/office/drawing/2014/main" id="{D6B283EF-3601-09E7-6927-0D3576CB35C3}"/>
              </a:ext>
            </a:extLst>
          </p:cNvPr>
          <p:cNvSpPr txBox="1"/>
          <p:nvPr/>
        </p:nvSpPr>
        <p:spPr>
          <a:xfrm>
            <a:off x="190704" y="6428881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24" name="صورة 23">
            <a:extLst>
              <a:ext uri="{FF2B5EF4-FFF2-40B4-BE49-F238E27FC236}">
                <a16:creationId xmlns:a16="http://schemas.microsoft.com/office/drawing/2014/main" id="{42A93C41-C0C9-B3A6-899B-E20A2A40C56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86991" y="5094734"/>
            <a:ext cx="1657114" cy="1234109"/>
          </a:xfrm>
          <a:prstGeom prst="rect">
            <a:avLst/>
          </a:prstGeom>
        </p:spPr>
      </p:pic>
      <p:pic>
        <p:nvPicPr>
          <p:cNvPr id="26" name="صورة 25">
            <a:extLst>
              <a:ext uri="{FF2B5EF4-FFF2-40B4-BE49-F238E27FC236}">
                <a16:creationId xmlns:a16="http://schemas.microsoft.com/office/drawing/2014/main" id="{1F1FFECC-583D-BAFB-68D8-AD25DCFB719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199473" y="5094734"/>
            <a:ext cx="1667031" cy="1222312"/>
          </a:xfrm>
          <a:prstGeom prst="rect">
            <a:avLst/>
          </a:prstGeom>
        </p:spPr>
      </p:pic>
      <p:pic>
        <p:nvPicPr>
          <p:cNvPr id="28" name="صورة 27">
            <a:extLst>
              <a:ext uri="{FF2B5EF4-FFF2-40B4-BE49-F238E27FC236}">
                <a16:creationId xmlns:a16="http://schemas.microsoft.com/office/drawing/2014/main" id="{E8462AB1-BC46-C588-1FF2-64EFD8D9201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21871" y="5070758"/>
            <a:ext cx="1657114" cy="1257959"/>
          </a:xfrm>
          <a:prstGeom prst="rect">
            <a:avLst/>
          </a:prstGeom>
        </p:spPr>
      </p:pic>
      <p:sp>
        <p:nvSpPr>
          <p:cNvPr id="10" name="Google Shape;79;p10">
            <a:extLst>
              <a:ext uri="{FF2B5EF4-FFF2-40B4-BE49-F238E27FC236}">
                <a16:creationId xmlns:a16="http://schemas.microsoft.com/office/drawing/2014/main" id="{FD1D87D9-A914-1B00-2428-0C0038ED7513}"/>
              </a:ext>
            </a:extLst>
          </p:cNvPr>
          <p:cNvSpPr txBox="1"/>
          <p:nvPr/>
        </p:nvSpPr>
        <p:spPr>
          <a:xfrm>
            <a:off x="3417970" y="850502"/>
            <a:ext cx="4956395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 روضة لينة الانصارية وابتدائية مريم الانصارية)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C680F925-5093-D1CF-FBC5-EEBD7C701B96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13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AA43B8B2-1C06-666C-0B3F-87F185867B01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sp>
        <p:nvSpPr>
          <p:cNvPr id="14" name="Google Shape;75;p10">
            <a:extLst>
              <a:ext uri="{FF2B5EF4-FFF2-40B4-BE49-F238E27FC236}">
                <a16:creationId xmlns:a16="http://schemas.microsoft.com/office/drawing/2014/main" id="{9A645ED9-119B-DC3A-BF39-6C655C89C3DE}"/>
              </a:ext>
            </a:extLst>
          </p:cNvPr>
          <p:cNvSpPr txBox="1"/>
          <p:nvPr/>
        </p:nvSpPr>
        <p:spPr>
          <a:xfrm>
            <a:off x="3146590" y="456265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5" name="Google Shape;132;p1">
            <a:extLst>
              <a:ext uri="{FF2B5EF4-FFF2-40B4-BE49-F238E27FC236}">
                <a16:creationId xmlns:a16="http://schemas.microsoft.com/office/drawing/2014/main" id="{324F4814-CE25-D0C2-23E7-5F7A0FE40D1A}"/>
              </a:ext>
            </a:extLst>
          </p:cNvPr>
          <p:cNvPicPr preferRelativeResize="0"/>
          <p:nvPr/>
        </p:nvPicPr>
        <p:blipFill rotWithShape="1"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صورة 27">
            <a:extLst>
              <a:ext uri="{FF2B5EF4-FFF2-40B4-BE49-F238E27FC236}">
                <a16:creationId xmlns:a16="http://schemas.microsoft.com/office/drawing/2014/main" id="{493A8F19-1E86-8193-7387-3BE78F15AD2E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5761" y="5070758"/>
            <a:ext cx="1657114" cy="1246288"/>
          </a:xfrm>
          <a:prstGeom prst="rect">
            <a:avLst/>
          </a:prstGeom>
        </p:spPr>
      </p:pic>
      <p:sp>
        <p:nvSpPr>
          <p:cNvPr id="47" name="شكل حر: شكل 30">
            <a:extLst>
              <a:ext uri="{FF2B5EF4-FFF2-40B4-BE49-F238E27FC236}">
                <a16:creationId xmlns:a16="http://schemas.microsoft.com/office/drawing/2014/main" id="{DE0F500D-D8FE-6E2D-E81E-7CD963226938}"/>
              </a:ext>
            </a:extLst>
          </p:cNvPr>
          <p:cNvSpPr/>
          <p:nvPr/>
        </p:nvSpPr>
        <p:spPr>
          <a:xfrm rot="2700000">
            <a:off x="9648000" y="720000"/>
            <a:ext cx="4753477" cy="4278591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blipFill dpi="0" rotWithShape="0"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0" eaLnBrk="1" latinLnBrk="0" hangingPunct="1"/>
            <a:endParaRPr lang="ar-SA"/>
          </a:p>
        </p:txBody>
      </p:sp>
      <p:sp>
        <p:nvSpPr>
          <p:cNvPr id="5" name="Google Shape;75;p10">
            <a:extLst>
              <a:ext uri="{FF2B5EF4-FFF2-40B4-BE49-F238E27FC236}">
                <a16:creationId xmlns:a16="http://schemas.microsoft.com/office/drawing/2014/main" id="{2BAA9BBD-039C-FE90-2D58-3CA96D1141E0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" name="Google Shape;76;p10">
            <a:extLst>
              <a:ext uri="{FF2B5EF4-FFF2-40B4-BE49-F238E27FC236}">
                <a16:creationId xmlns:a16="http://schemas.microsoft.com/office/drawing/2014/main" id="{26E4C210-8426-10D5-2A8C-C7AF99C6C0DD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3" name="صورة 4">
            <a:extLst>
              <a:ext uri="{FF2B5EF4-FFF2-40B4-BE49-F238E27FC236}">
                <a16:creationId xmlns:a16="http://schemas.microsoft.com/office/drawing/2014/main" id="{0F8CD54C-AD2E-AE44-3722-F3A7071CD9E8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32011" y="1634574"/>
            <a:ext cx="1591267" cy="1145489"/>
          </a:xfrm>
          <a:prstGeom prst="rect">
            <a:avLst/>
          </a:prstGeom>
        </p:spPr>
      </p:pic>
      <p:pic>
        <p:nvPicPr>
          <p:cNvPr id="23" name="صورة 4">
            <a:extLst>
              <a:ext uri="{FF2B5EF4-FFF2-40B4-BE49-F238E27FC236}">
                <a16:creationId xmlns:a16="http://schemas.microsoft.com/office/drawing/2014/main" id="{505ED2EB-959C-12B7-C044-FC47ABAC9600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789912" y="3382293"/>
            <a:ext cx="1651300" cy="1212262"/>
          </a:xfrm>
          <a:prstGeom prst="rect">
            <a:avLst/>
          </a:prstGeom>
        </p:spPr>
      </p:pic>
      <p:pic>
        <p:nvPicPr>
          <p:cNvPr id="29" name="صورة 31">
            <a:extLst>
              <a:ext uri="{FF2B5EF4-FFF2-40B4-BE49-F238E27FC236}">
                <a16:creationId xmlns:a16="http://schemas.microsoft.com/office/drawing/2014/main" id="{0AF66151-6956-A394-3D96-7CB1028A83D5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266" y="1634572"/>
            <a:ext cx="1657114" cy="1153402"/>
          </a:xfrm>
          <a:prstGeom prst="rect">
            <a:avLst/>
          </a:prstGeom>
        </p:spPr>
      </p:pic>
      <p:pic>
        <p:nvPicPr>
          <p:cNvPr id="30" name="صورة 32">
            <a:extLst>
              <a:ext uri="{FF2B5EF4-FFF2-40B4-BE49-F238E27FC236}">
                <a16:creationId xmlns:a16="http://schemas.microsoft.com/office/drawing/2014/main" id="{7A1D9D1B-A42B-7EB9-B141-9C5572B2EA5B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90930" y="3367699"/>
            <a:ext cx="1651300" cy="1226856"/>
          </a:xfrm>
          <a:prstGeom prst="rect">
            <a:avLst/>
          </a:prstGeom>
        </p:spPr>
      </p:pic>
      <p:pic>
        <p:nvPicPr>
          <p:cNvPr id="31" name="صورة 32">
            <a:extLst>
              <a:ext uri="{FF2B5EF4-FFF2-40B4-BE49-F238E27FC236}">
                <a16:creationId xmlns:a16="http://schemas.microsoft.com/office/drawing/2014/main" id="{61B82343-65F9-1ED6-CC03-16ABFC1D7EB7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30170" y="3348332"/>
            <a:ext cx="1603530" cy="1259803"/>
          </a:xfrm>
          <a:prstGeom prst="rect">
            <a:avLst/>
          </a:prstGeom>
        </p:spPr>
      </p:pic>
      <p:pic>
        <p:nvPicPr>
          <p:cNvPr id="32" name="صورة 33">
            <a:extLst>
              <a:ext uri="{FF2B5EF4-FFF2-40B4-BE49-F238E27FC236}">
                <a16:creationId xmlns:a16="http://schemas.microsoft.com/office/drawing/2014/main" id="{49595020-A9B9-E5A0-DA86-7D3191549789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44198" y="1634572"/>
            <a:ext cx="1657113" cy="1134607"/>
          </a:xfrm>
          <a:prstGeom prst="rect">
            <a:avLst/>
          </a:prstGeom>
        </p:spPr>
      </p:pic>
      <p:pic>
        <p:nvPicPr>
          <p:cNvPr id="33" name="صورة 4">
            <a:extLst>
              <a:ext uri="{FF2B5EF4-FFF2-40B4-BE49-F238E27FC236}">
                <a16:creationId xmlns:a16="http://schemas.microsoft.com/office/drawing/2014/main" id="{9880C1D0-BB6A-50BF-00EB-1F53870FE886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2760" y="3378373"/>
            <a:ext cx="1631620" cy="1208607"/>
          </a:xfrm>
          <a:prstGeom prst="rect">
            <a:avLst/>
          </a:prstGeom>
        </p:spPr>
      </p:pic>
      <p:pic>
        <p:nvPicPr>
          <p:cNvPr id="34" name="صورة 33">
            <a:extLst>
              <a:ext uri="{FF2B5EF4-FFF2-40B4-BE49-F238E27FC236}">
                <a16:creationId xmlns:a16="http://schemas.microsoft.com/office/drawing/2014/main" id="{204E6FB8-0719-1613-5C74-D0954DF1634B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09624" y="1634572"/>
            <a:ext cx="1640087" cy="1145489"/>
          </a:xfrm>
          <a:prstGeom prst="rect">
            <a:avLst/>
          </a:prstGeom>
        </p:spPr>
      </p:pic>
      <p:pic>
        <p:nvPicPr>
          <p:cNvPr id="35" name="صورة 4">
            <a:extLst>
              <a:ext uri="{FF2B5EF4-FFF2-40B4-BE49-F238E27FC236}">
                <a16:creationId xmlns:a16="http://schemas.microsoft.com/office/drawing/2014/main" id="{C79F3A4B-D84F-5BDE-A0AC-2B8D0DBA3924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42188" y="1639087"/>
            <a:ext cx="1618255" cy="1140975"/>
          </a:xfrm>
          <a:prstGeom prst="rect">
            <a:avLst/>
          </a:prstGeom>
        </p:spPr>
      </p:pic>
      <p:pic>
        <p:nvPicPr>
          <p:cNvPr id="37" name="صورة 4">
            <a:extLst>
              <a:ext uri="{FF2B5EF4-FFF2-40B4-BE49-F238E27FC236}">
                <a16:creationId xmlns:a16="http://schemas.microsoft.com/office/drawing/2014/main" id="{F6EC74C0-9B7F-0E40-4D7B-A6349856F8D7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04643" y="3404260"/>
            <a:ext cx="1568401" cy="121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8498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ED663-EC86-D940-07C0-DDB45B648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3C917E7E-B95B-01FD-AA4B-FC5EB9DE9866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163104BC-E6C4-2B16-8A48-FF3F93DBAC47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B3E31F57-7C81-46CE-CA37-D5131DF742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5DA4CEF5-ED47-4F55-3FA0-CEA89E56735C}"/>
              </a:ext>
            </a:extLst>
          </p:cNvPr>
          <p:cNvGrpSpPr/>
          <p:nvPr/>
        </p:nvGrpSpPr>
        <p:grpSpPr>
          <a:xfrm>
            <a:off x="0" y="6658993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97AE7C4B-4D6D-F208-BC98-FA867247F411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C9542208-DADA-8844-06A9-5BDFE8AEC71A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F668B449-2CFB-F621-2043-4C34D4635D33}"/>
              </a:ext>
            </a:extLst>
          </p:cNvPr>
          <p:cNvSpPr txBox="1"/>
          <p:nvPr/>
        </p:nvSpPr>
        <p:spPr>
          <a:xfrm>
            <a:off x="9531024" y="6253460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812C1209-34E1-B791-2B60-81F53F3D7C1A}"/>
              </a:ext>
            </a:extLst>
          </p:cNvPr>
          <p:cNvSpPr/>
          <p:nvPr/>
        </p:nvSpPr>
        <p:spPr>
          <a:xfrm>
            <a:off x="7530169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9E8D1E0D-4E9F-BAE2-E540-634FF16A3B8B}"/>
              </a:ext>
            </a:extLst>
          </p:cNvPr>
          <p:cNvSpPr txBox="1"/>
          <p:nvPr/>
        </p:nvSpPr>
        <p:spPr>
          <a:xfrm>
            <a:off x="7342230" y="28241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2B633B58-CDE2-C5EA-A8D7-17B90044F04B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3C1362A2-C56C-9C36-C5BA-1D0F5F024659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4BD5A5B9-75A5-6D4F-8FFF-4E9825C574A5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450E3A19-E833-9062-F622-F2C734CF3541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1C70759C-1F51-090B-4723-850C37C14FFB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7" name="Google Shape;372;p23">
            <a:extLst>
              <a:ext uri="{FF2B5EF4-FFF2-40B4-BE49-F238E27FC236}">
                <a16:creationId xmlns:a16="http://schemas.microsoft.com/office/drawing/2014/main" id="{8253E21F-879D-F4FE-8FA8-9610F7628917}"/>
              </a:ext>
            </a:extLst>
          </p:cNvPr>
          <p:cNvSpPr/>
          <p:nvPr/>
        </p:nvSpPr>
        <p:spPr>
          <a:xfrm>
            <a:off x="6086992" y="646423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6970184D-31D5-C76B-0FA7-11F70C46EF54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8DA9C500-D448-1882-48C4-FCA4A76988FB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6069D790-9BC2-3D09-74F5-4D563CC18A94}"/>
              </a:ext>
            </a:extLst>
          </p:cNvPr>
          <p:cNvSpPr/>
          <p:nvPr/>
        </p:nvSpPr>
        <p:spPr>
          <a:xfrm>
            <a:off x="3784099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372;p23">
            <a:extLst>
              <a:ext uri="{FF2B5EF4-FFF2-40B4-BE49-F238E27FC236}">
                <a16:creationId xmlns:a16="http://schemas.microsoft.com/office/drawing/2014/main" id="{6A62334A-1971-5352-9B36-E48E12B3A9CE}"/>
              </a:ext>
            </a:extLst>
          </p:cNvPr>
          <p:cNvSpPr/>
          <p:nvPr/>
        </p:nvSpPr>
        <p:spPr>
          <a:xfrm>
            <a:off x="4199473" y="642998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6AF0C355-0ECE-2B26-8BE2-5F9FAC107A8E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7077DF2C-3576-63E0-DB41-F079D8817712}"/>
              </a:ext>
            </a:extLst>
          </p:cNvPr>
          <p:cNvSpPr/>
          <p:nvPr/>
        </p:nvSpPr>
        <p:spPr>
          <a:xfrm>
            <a:off x="1915930" y="470604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372;p23">
            <a:extLst>
              <a:ext uri="{FF2B5EF4-FFF2-40B4-BE49-F238E27FC236}">
                <a16:creationId xmlns:a16="http://schemas.microsoft.com/office/drawing/2014/main" id="{C0273D61-A7ED-43FB-FFC5-B5A4CFF52275}"/>
              </a:ext>
            </a:extLst>
          </p:cNvPr>
          <p:cNvSpPr/>
          <p:nvPr/>
        </p:nvSpPr>
        <p:spPr>
          <a:xfrm>
            <a:off x="2321871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3" name="Google Shape;372;p23">
            <a:extLst>
              <a:ext uri="{FF2B5EF4-FFF2-40B4-BE49-F238E27FC236}">
                <a16:creationId xmlns:a16="http://schemas.microsoft.com/office/drawing/2014/main" id="{70F1E7E6-37AE-1712-450F-C309FE834C91}"/>
              </a:ext>
            </a:extLst>
          </p:cNvPr>
          <p:cNvSpPr/>
          <p:nvPr/>
        </p:nvSpPr>
        <p:spPr>
          <a:xfrm>
            <a:off x="367417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32FEC7A9-C3BD-220A-6CEF-EC123FB6051B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70BB511D-1CC3-B5CE-8D82-ECED1EED777F}"/>
              </a:ext>
            </a:extLst>
          </p:cNvPr>
          <p:cNvSpPr/>
          <p:nvPr/>
        </p:nvSpPr>
        <p:spPr>
          <a:xfrm>
            <a:off x="57266" y="470990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08BF1CA0-FDAB-4E59-BD37-72C716428B64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532ABAFF-7096-BFFA-E539-53C421F4F09A}"/>
              </a:ext>
            </a:extLst>
          </p:cNvPr>
          <p:cNvSpPr txBox="1"/>
          <p:nvPr/>
        </p:nvSpPr>
        <p:spPr>
          <a:xfrm>
            <a:off x="-58762" y="4674932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F56EBE2F-7044-706F-E24B-B9CD0E0FC8E9}"/>
              </a:ext>
            </a:extLst>
          </p:cNvPr>
          <p:cNvSpPr txBox="1"/>
          <p:nvPr/>
        </p:nvSpPr>
        <p:spPr>
          <a:xfrm>
            <a:off x="1756984" y="466313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E1D0F739-3F74-E13B-FE7F-FB1F7A3AA640}"/>
              </a:ext>
            </a:extLst>
          </p:cNvPr>
          <p:cNvSpPr txBox="1"/>
          <p:nvPr/>
        </p:nvSpPr>
        <p:spPr>
          <a:xfrm>
            <a:off x="3658699" y="46537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A30140B1-487C-1B35-FDA9-39CF7263B3C0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4" name="Google Shape;76;p10">
            <a:extLst>
              <a:ext uri="{FF2B5EF4-FFF2-40B4-BE49-F238E27FC236}">
                <a16:creationId xmlns:a16="http://schemas.microsoft.com/office/drawing/2014/main" id="{C82E2827-6598-4AEB-0ABE-280A5B4C8852}"/>
              </a:ext>
            </a:extLst>
          </p:cNvPr>
          <p:cNvSpPr txBox="1"/>
          <p:nvPr/>
        </p:nvSpPr>
        <p:spPr>
          <a:xfrm>
            <a:off x="7366681" y="463167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113DEDA8-DAA4-9A26-F81C-95A14EC4E41D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8C816308-293D-E483-DD6C-C928827E18F5}"/>
              </a:ext>
            </a:extLst>
          </p:cNvPr>
          <p:cNvSpPr txBox="1"/>
          <p:nvPr/>
        </p:nvSpPr>
        <p:spPr>
          <a:xfrm>
            <a:off x="-135470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7" name="Google Shape;76;p10">
            <a:extLst>
              <a:ext uri="{FF2B5EF4-FFF2-40B4-BE49-F238E27FC236}">
                <a16:creationId xmlns:a16="http://schemas.microsoft.com/office/drawing/2014/main" id="{2DE0BC2C-7DBA-C233-6368-3943F8F88C9E}"/>
              </a:ext>
            </a:extLst>
          </p:cNvPr>
          <p:cNvSpPr txBox="1"/>
          <p:nvPr/>
        </p:nvSpPr>
        <p:spPr>
          <a:xfrm>
            <a:off x="5967625" y="643019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8" name="Google Shape;76;p10">
            <a:extLst>
              <a:ext uri="{FF2B5EF4-FFF2-40B4-BE49-F238E27FC236}">
                <a16:creationId xmlns:a16="http://schemas.microsoft.com/office/drawing/2014/main" id="{915B66BB-35AD-E45D-4353-A399A9F7CBFB}"/>
              </a:ext>
            </a:extLst>
          </p:cNvPr>
          <p:cNvSpPr txBox="1"/>
          <p:nvPr/>
        </p:nvSpPr>
        <p:spPr>
          <a:xfrm>
            <a:off x="3993435" y="640898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9" name="Google Shape;76;p10">
            <a:extLst>
              <a:ext uri="{FF2B5EF4-FFF2-40B4-BE49-F238E27FC236}">
                <a16:creationId xmlns:a16="http://schemas.microsoft.com/office/drawing/2014/main" id="{F0319E7F-D8B8-CB99-DA6A-48450D78209F}"/>
              </a:ext>
            </a:extLst>
          </p:cNvPr>
          <p:cNvSpPr txBox="1"/>
          <p:nvPr/>
        </p:nvSpPr>
        <p:spPr>
          <a:xfrm>
            <a:off x="2164894" y="641995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0" name="Google Shape;76;p10">
            <a:extLst>
              <a:ext uri="{FF2B5EF4-FFF2-40B4-BE49-F238E27FC236}">
                <a16:creationId xmlns:a16="http://schemas.microsoft.com/office/drawing/2014/main" id="{90CDB67C-EAE3-8198-92FB-435A3C5FBD89}"/>
              </a:ext>
            </a:extLst>
          </p:cNvPr>
          <p:cNvSpPr txBox="1"/>
          <p:nvPr/>
        </p:nvSpPr>
        <p:spPr>
          <a:xfrm>
            <a:off x="190704" y="6428881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" name="Google Shape;79;p10">
            <a:extLst>
              <a:ext uri="{FF2B5EF4-FFF2-40B4-BE49-F238E27FC236}">
                <a16:creationId xmlns:a16="http://schemas.microsoft.com/office/drawing/2014/main" id="{B993E9E9-1097-7354-1223-D5DD83D39A7F}"/>
              </a:ext>
            </a:extLst>
          </p:cNvPr>
          <p:cNvSpPr txBox="1"/>
          <p:nvPr/>
        </p:nvSpPr>
        <p:spPr>
          <a:xfrm>
            <a:off x="3417970" y="850502"/>
            <a:ext cx="4956395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 روضة حبيبة الانصارية وابتدائية الرد بنات)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783F347E-2E9F-E025-1556-2EF8E5D795A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13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92FFF7E2-A9B4-494D-A3F6-2ECC39518CC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sp>
        <p:nvSpPr>
          <p:cNvPr id="14" name="Google Shape;75;p10">
            <a:extLst>
              <a:ext uri="{FF2B5EF4-FFF2-40B4-BE49-F238E27FC236}">
                <a16:creationId xmlns:a16="http://schemas.microsoft.com/office/drawing/2014/main" id="{A1333F40-CF7C-4AFD-22AD-6827CB841C83}"/>
              </a:ext>
            </a:extLst>
          </p:cNvPr>
          <p:cNvSpPr txBox="1"/>
          <p:nvPr/>
        </p:nvSpPr>
        <p:spPr>
          <a:xfrm>
            <a:off x="3146590" y="456265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5" name="Google Shape;132;p1">
            <a:extLst>
              <a:ext uri="{FF2B5EF4-FFF2-40B4-BE49-F238E27FC236}">
                <a16:creationId xmlns:a16="http://schemas.microsoft.com/office/drawing/2014/main" id="{5ADB222F-C239-B0CB-07CC-9DBC093C31A7}"/>
              </a:ext>
            </a:extLst>
          </p:cNvPr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شكل حر: شكل 30">
            <a:extLst>
              <a:ext uri="{FF2B5EF4-FFF2-40B4-BE49-F238E27FC236}">
                <a16:creationId xmlns:a16="http://schemas.microsoft.com/office/drawing/2014/main" id="{135E7CAB-31E5-4A4F-1046-95A5ECAFF168}"/>
              </a:ext>
            </a:extLst>
          </p:cNvPr>
          <p:cNvSpPr/>
          <p:nvPr/>
        </p:nvSpPr>
        <p:spPr>
          <a:xfrm rot="2700000">
            <a:off x="9647363" y="692049"/>
            <a:ext cx="4753477" cy="4278591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blipFill dpi="0" rotWithShape="0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1" eaLnBrk="1" latinLnBrk="0" hangingPunct="1"/>
            <a:endParaRPr lang="ar-SA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F5DF521-22F0-14AC-0700-5DD65B9FDA20}"/>
              </a:ext>
            </a:extLst>
          </p:cNvPr>
          <p:cNvSpPr txBox="1"/>
          <p:nvPr/>
        </p:nvSpPr>
        <p:spPr>
          <a:xfrm>
            <a:off x="2995927" y="2580966"/>
            <a:ext cx="636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4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٢٠٢٥/٠٨/١٣ ٥:٥٠:٤٤ م</a:t>
            </a:r>
          </a:p>
          <a:p>
            <a:r>
              <a:rPr lang="ar-SA" sz="4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العارضة</a:t>
            </a:r>
          </a:p>
          <a:p>
            <a:r>
              <a:rPr lang="ar-SA" sz="4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#ابتدائية الرد بنات</a:t>
            </a:r>
            <a:endParaRPr lang="en-SA" sz="40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439F207-B075-6BCA-996B-B33A97345B35}"/>
              </a:ext>
            </a:extLst>
          </p:cNvPr>
          <p:cNvSpPr txBox="1"/>
          <p:nvPr/>
        </p:nvSpPr>
        <p:spPr>
          <a:xfrm>
            <a:off x="3033725" y="4323871"/>
            <a:ext cx="6174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4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٢٠٢٥/٠٨/١٣ ٦:٠٩:٣٥ م</a:t>
            </a:r>
          </a:p>
          <a:p>
            <a:r>
              <a:rPr lang="ar-SA" sz="4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العارضة</a:t>
            </a:r>
          </a:p>
          <a:p>
            <a:r>
              <a:rPr lang="ar-SA" sz="4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#ابتدائية الرد بنات</a:t>
            </a:r>
            <a:endParaRPr lang="en-SA" sz="40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635E0AD-B802-5028-D6FF-60EB1A2BDB26}"/>
              </a:ext>
            </a:extLst>
          </p:cNvPr>
          <p:cNvSpPr txBox="1"/>
          <p:nvPr/>
        </p:nvSpPr>
        <p:spPr>
          <a:xfrm>
            <a:off x="1044619" y="4336915"/>
            <a:ext cx="7322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4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٢٠٢٥/٠٨/١٣ ٦:٠٢٣:٤٨ م</a:t>
            </a:r>
          </a:p>
          <a:p>
            <a:r>
              <a:rPr lang="ar-SA" sz="4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العارضة</a:t>
            </a:r>
          </a:p>
          <a:p>
            <a:r>
              <a:rPr lang="ar-SA" sz="4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#ابتدائية الرد بنات</a:t>
            </a:r>
            <a:endParaRPr lang="en-SA" sz="40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17" name="Google Shape;76;p10">
            <a:extLst>
              <a:ext uri="{FF2B5EF4-FFF2-40B4-BE49-F238E27FC236}">
                <a16:creationId xmlns:a16="http://schemas.microsoft.com/office/drawing/2014/main" id="{CAA348A3-B984-84C6-C8B5-1D4EC0425365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3" name="صورة 23">
            <a:extLst>
              <a:ext uri="{FF2B5EF4-FFF2-40B4-BE49-F238E27FC236}">
                <a16:creationId xmlns:a16="http://schemas.microsoft.com/office/drawing/2014/main" id="{3347A12A-1819-BFD3-E87A-9B74BA8A93DF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77075" y="5094734"/>
            <a:ext cx="1667031" cy="1241224"/>
          </a:xfrm>
          <a:prstGeom prst="rect">
            <a:avLst/>
          </a:prstGeom>
        </p:spPr>
      </p:pic>
      <p:pic>
        <p:nvPicPr>
          <p:cNvPr id="6" name="صورة 25">
            <a:extLst>
              <a:ext uri="{FF2B5EF4-FFF2-40B4-BE49-F238E27FC236}">
                <a16:creationId xmlns:a16="http://schemas.microsoft.com/office/drawing/2014/main" id="{ABF76C68-918F-A93D-DD21-532DF0E037D3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199472" y="5094734"/>
            <a:ext cx="1667031" cy="1236289"/>
          </a:xfrm>
          <a:prstGeom prst="rect">
            <a:avLst/>
          </a:prstGeom>
        </p:spPr>
      </p:pic>
      <p:pic>
        <p:nvPicPr>
          <p:cNvPr id="11" name="صورة 27">
            <a:extLst>
              <a:ext uri="{FF2B5EF4-FFF2-40B4-BE49-F238E27FC236}">
                <a16:creationId xmlns:a16="http://schemas.microsoft.com/office/drawing/2014/main" id="{E11C56CA-7282-5FBC-EE95-84396930B883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30009" y="5094734"/>
            <a:ext cx="1657114" cy="1240424"/>
          </a:xfrm>
          <a:prstGeom prst="rect">
            <a:avLst/>
          </a:prstGeom>
        </p:spPr>
      </p:pic>
      <p:pic>
        <p:nvPicPr>
          <p:cNvPr id="12" name="صورة 27">
            <a:extLst>
              <a:ext uri="{FF2B5EF4-FFF2-40B4-BE49-F238E27FC236}">
                <a16:creationId xmlns:a16="http://schemas.microsoft.com/office/drawing/2014/main" id="{FF2D48F6-4948-2EAC-CBCF-4C9C8EAAE1DC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2023" y="5094734"/>
            <a:ext cx="1631824" cy="1241225"/>
          </a:xfrm>
          <a:prstGeom prst="rect">
            <a:avLst/>
          </a:prstGeom>
        </p:spPr>
      </p:pic>
      <p:sp>
        <p:nvSpPr>
          <p:cNvPr id="18" name="Google Shape;75;p10">
            <a:extLst>
              <a:ext uri="{FF2B5EF4-FFF2-40B4-BE49-F238E27FC236}">
                <a16:creationId xmlns:a16="http://schemas.microsoft.com/office/drawing/2014/main" id="{B57F629E-E57B-A0CB-0E65-9EA277EBE9B6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5" name="صورة 31">
            <a:extLst>
              <a:ext uri="{FF2B5EF4-FFF2-40B4-BE49-F238E27FC236}">
                <a16:creationId xmlns:a16="http://schemas.microsoft.com/office/drawing/2014/main" id="{E988D8AD-E8BD-4E36-A423-BF13BA9FF71D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0280" y="1520297"/>
            <a:ext cx="1604100" cy="1274572"/>
          </a:xfrm>
          <a:prstGeom prst="rect">
            <a:avLst/>
          </a:prstGeom>
        </p:spPr>
      </p:pic>
      <p:pic>
        <p:nvPicPr>
          <p:cNvPr id="7" name="صورة 32">
            <a:extLst>
              <a:ext uri="{FF2B5EF4-FFF2-40B4-BE49-F238E27FC236}">
                <a16:creationId xmlns:a16="http://schemas.microsoft.com/office/drawing/2014/main" id="{18F39862-24E1-5DCD-06BB-D12C94ED7B2A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17998" y="3282172"/>
            <a:ext cx="1661503" cy="1269673"/>
          </a:xfrm>
          <a:prstGeom prst="rect">
            <a:avLst/>
          </a:prstGeom>
        </p:spPr>
      </p:pic>
      <p:pic>
        <p:nvPicPr>
          <p:cNvPr id="16" name="صورة 4">
            <a:extLst>
              <a:ext uri="{FF2B5EF4-FFF2-40B4-BE49-F238E27FC236}">
                <a16:creationId xmlns:a16="http://schemas.microsoft.com/office/drawing/2014/main" id="{1E294288-939B-0827-455A-4133F8FCBC0C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89721" y="1520297"/>
            <a:ext cx="1608787" cy="1235897"/>
          </a:xfrm>
          <a:prstGeom prst="rect">
            <a:avLst/>
          </a:prstGeom>
        </p:spPr>
      </p:pic>
      <p:pic>
        <p:nvPicPr>
          <p:cNvPr id="23" name="صورة 4">
            <a:extLst>
              <a:ext uri="{FF2B5EF4-FFF2-40B4-BE49-F238E27FC236}">
                <a16:creationId xmlns:a16="http://schemas.microsoft.com/office/drawing/2014/main" id="{B52D4907-B100-5E65-60E7-88CFE0C698A4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07842" y="3302126"/>
            <a:ext cx="1634420" cy="1269673"/>
          </a:xfrm>
          <a:prstGeom prst="rect">
            <a:avLst/>
          </a:prstGeom>
        </p:spPr>
      </p:pic>
      <p:pic>
        <p:nvPicPr>
          <p:cNvPr id="24" name="صورة 22">
            <a:extLst>
              <a:ext uri="{FF2B5EF4-FFF2-40B4-BE49-F238E27FC236}">
                <a16:creationId xmlns:a16="http://schemas.microsoft.com/office/drawing/2014/main" id="{7E659D9E-5A91-1DAD-1784-B2ACC6012AB6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57425" y="3295604"/>
            <a:ext cx="1661503" cy="1269673"/>
          </a:xfrm>
          <a:prstGeom prst="rect">
            <a:avLst/>
          </a:prstGeom>
        </p:spPr>
      </p:pic>
      <p:pic>
        <p:nvPicPr>
          <p:cNvPr id="26" name="صورة 32">
            <a:extLst>
              <a:ext uri="{FF2B5EF4-FFF2-40B4-BE49-F238E27FC236}">
                <a16:creationId xmlns:a16="http://schemas.microsoft.com/office/drawing/2014/main" id="{0A4EE918-47E6-10B9-AD31-F6848790FDD6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52918" y="3279925"/>
            <a:ext cx="1591108" cy="1268565"/>
          </a:xfrm>
          <a:prstGeom prst="rect">
            <a:avLst/>
          </a:prstGeom>
        </p:spPr>
      </p:pic>
      <p:pic>
        <p:nvPicPr>
          <p:cNvPr id="28" name="صورة 33">
            <a:extLst>
              <a:ext uri="{FF2B5EF4-FFF2-40B4-BE49-F238E27FC236}">
                <a16:creationId xmlns:a16="http://schemas.microsoft.com/office/drawing/2014/main" id="{B0FCD99A-AC98-3DAE-415D-22D320F11044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771100" y="1520299"/>
            <a:ext cx="1678611" cy="1274570"/>
          </a:xfrm>
          <a:prstGeom prst="rect">
            <a:avLst/>
          </a:prstGeom>
        </p:spPr>
      </p:pic>
      <p:pic>
        <p:nvPicPr>
          <p:cNvPr id="30" name="صورة 4">
            <a:extLst>
              <a:ext uri="{FF2B5EF4-FFF2-40B4-BE49-F238E27FC236}">
                <a16:creationId xmlns:a16="http://schemas.microsoft.com/office/drawing/2014/main" id="{5090A069-A92A-EC03-BCFF-B36650557A54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47760" y="1523863"/>
            <a:ext cx="1688849" cy="1205664"/>
          </a:xfrm>
          <a:prstGeom prst="rect">
            <a:avLst/>
          </a:prstGeom>
        </p:spPr>
      </p:pic>
      <p:pic>
        <p:nvPicPr>
          <p:cNvPr id="31" name="صورة 33">
            <a:extLst>
              <a:ext uri="{FF2B5EF4-FFF2-40B4-BE49-F238E27FC236}">
                <a16:creationId xmlns:a16="http://schemas.microsoft.com/office/drawing/2014/main" id="{A1C8437A-A076-7435-32A9-3FE7E49FA4E8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33746" y="1522672"/>
            <a:ext cx="1657114" cy="1266886"/>
          </a:xfrm>
          <a:prstGeom prst="rect">
            <a:avLst/>
          </a:prstGeom>
        </p:spPr>
      </p:pic>
      <p:pic>
        <p:nvPicPr>
          <p:cNvPr id="32" name="صورة 4">
            <a:extLst>
              <a:ext uri="{FF2B5EF4-FFF2-40B4-BE49-F238E27FC236}">
                <a16:creationId xmlns:a16="http://schemas.microsoft.com/office/drawing/2014/main" id="{C5439DA1-B018-C558-4CA5-0469081AEA48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163"/>
          <a:stretch>
            <a:fillRect/>
          </a:stretch>
        </p:blipFill>
        <p:spPr>
          <a:xfrm>
            <a:off x="187500" y="3272494"/>
            <a:ext cx="1579532" cy="124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0749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5F8A7-2F4D-8502-DF07-2CAE28D5C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024B70CB-4F8E-AF3B-DFBE-C1F14EA19ACA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 dirty="0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02239FBE-4F12-2A91-DED5-54FB8630062B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1" eaLnBrk="1" latinLnBrk="0" hangingPunct="1"/>
            <a:endParaRPr lang="ar-SA" dirty="0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A381A885-203B-176A-6680-C57ED85498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C5DEF9DB-EDBF-311D-491B-1FF1EB87EFD4}"/>
              </a:ext>
            </a:extLst>
          </p:cNvPr>
          <p:cNvGrpSpPr/>
          <p:nvPr/>
        </p:nvGrpSpPr>
        <p:grpSpPr>
          <a:xfrm>
            <a:off x="0" y="6708656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6FE4815A-BFA7-8F79-EA8F-8E8E5618FBF5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B562C08D-8E87-2D45-675A-CC23EC44ECFA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75" name="Google Shape;79;p10">
            <a:extLst>
              <a:ext uri="{FF2B5EF4-FFF2-40B4-BE49-F238E27FC236}">
                <a16:creationId xmlns:a16="http://schemas.microsoft.com/office/drawing/2014/main" id="{71C2B7B2-23BD-1AB4-9A14-10DCCC2C1E1C}"/>
              </a:ext>
            </a:extLst>
          </p:cNvPr>
          <p:cNvSpPr txBox="1"/>
          <p:nvPr/>
        </p:nvSpPr>
        <p:spPr>
          <a:xfrm>
            <a:off x="3402331" y="804123"/>
            <a:ext cx="4956395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400" b="1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 </a:t>
            </a:r>
            <a:r>
              <a:rPr lang="ar-SA" sz="11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ابتدائية سمية بنت خياط بنات </a:t>
            </a:r>
            <a:r>
              <a:rPr lang="ar-SA" sz="1400" b="1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)</a:t>
            </a:r>
            <a:endParaRPr sz="10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شكل حر: شكل 30">
            <a:extLst>
              <a:ext uri="{FF2B5EF4-FFF2-40B4-BE49-F238E27FC236}">
                <a16:creationId xmlns:a16="http://schemas.microsoft.com/office/drawing/2014/main" id="{57FACE39-A2EB-0EE5-0503-2A170DB1B468}"/>
              </a:ext>
            </a:extLst>
          </p:cNvPr>
          <p:cNvSpPr/>
          <p:nvPr/>
        </p:nvSpPr>
        <p:spPr>
          <a:xfrm rot="2700000">
            <a:off x="9666127" y="706428"/>
            <a:ext cx="4753477" cy="4278591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blipFill dpi="0" rotWithShape="0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1" eaLnBrk="1" latinLnBrk="0" hangingPunct="1"/>
            <a:endParaRPr lang="ar-SA" dirty="0"/>
          </a:p>
        </p:txBody>
      </p: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03954735-9AD2-DD5D-3291-057E6FCE4732}"/>
              </a:ext>
            </a:extLst>
          </p:cNvPr>
          <p:cNvSpPr txBox="1"/>
          <p:nvPr/>
        </p:nvSpPr>
        <p:spPr>
          <a:xfrm>
            <a:off x="9655606" y="6222234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A3C91FBC-7210-56D8-FD88-93FD6CCCF805}"/>
              </a:ext>
            </a:extLst>
          </p:cNvPr>
          <p:cNvSpPr/>
          <p:nvPr/>
        </p:nvSpPr>
        <p:spPr>
          <a:xfrm>
            <a:off x="7507077" y="290856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 dirty="0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485482ED-A943-DE53-75AA-435E64A9ADAC}"/>
              </a:ext>
            </a:extLst>
          </p:cNvPr>
          <p:cNvSpPr txBox="1"/>
          <p:nvPr/>
        </p:nvSpPr>
        <p:spPr>
          <a:xfrm>
            <a:off x="7358531" y="2879548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F4FFCDF9-6185-1A7B-DF2D-A177563F386B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207399BB-2F2D-E002-8DF2-DC0D885C872C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 dirty="0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225506A3-D03E-CA03-8BB1-147AC19FFB7C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8F1D6442-3E6D-8BD8-23CB-0F71FC77A38D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F2B2E4BC-5580-2C0F-30E7-BB7007563A27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 dirty="0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7" name="Google Shape;372;p23">
            <a:extLst>
              <a:ext uri="{FF2B5EF4-FFF2-40B4-BE49-F238E27FC236}">
                <a16:creationId xmlns:a16="http://schemas.microsoft.com/office/drawing/2014/main" id="{62B291C0-D90F-0834-A3BC-702FD183A6E8}"/>
              </a:ext>
            </a:extLst>
          </p:cNvPr>
          <p:cNvSpPr/>
          <p:nvPr/>
        </p:nvSpPr>
        <p:spPr>
          <a:xfrm>
            <a:off x="6086992" y="641704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 dirty="0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58" name="صورة 4">
            <a:extLst>
              <a:ext uri="{FF2B5EF4-FFF2-40B4-BE49-F238E27FC236}">
                <a16:creationId xmlns:a16="http://schemas.microsoft.com/office/drawing/2014/main" id="{AE81BB3A-9361-F81B-C1F5-5D288FBCE77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87984" y="5055790"/>
            <a:ext cx="1648106" cy="1282903"/>
          </a:xfrm>
          <a:prstGeom prst="rect">
            <a:avLst/>
          </a:prstGeom>
        </p:spPr>
      </p:pic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B783E84F-CB26-3C17-3FA8-2EF8000F354A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 dirty="0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0AFA0FD0-6D77-2D48-F14D-5F8BC6E2E4EB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 dirty="0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9828391A-2E70-8D60-3969-48C11B536A12}"/>
              </a:ext>
            </a:extLst>
          </p:cNvPr>
          <p:cNvSpPr/>
          <p:nvPr/>
        </p:nvSpPr>
        <p:spPr>
          <a:xfrm>
            <a:off x="3784099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 dirty="0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372;p23">
            <a:extLst>
              <a:ext uri="{FF2B5EF4-FFF2-40B4-BE49-F238E27FC236}">
                <a16:creationId xmlns:a16="http://schemas.microsoft.com/office/drawing/2014/main" id="{0336153F-B3ED-D8AD-50BE-F7EF07AF2A7D}"/>
              </a:ext>
            </a:extLst>
          </p:cNvPr>
          <p:cNvSpPr/>
          <p:nvPr/>
        </p:nvSpPr>
        <p:spPr>
          <a:xfrm>
            <a:off x="4199473" y="642998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 dirty="0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76" name="صورة 4">
            <a:extLst>
              <a:ext uri="{FF2B5EF4-FFF2-40B4-BE49-F238E27FC236}">
                <a16:creationId xmlns:a16="http://schemas.microsoft.com/office/drawing/2014/main" id="{FDDE8A8C-7092-FE7D-6A25-ADBDC826B59F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185026" y="5058959"/>
            <a:ext cx="1671562" cy="1279734"/>
          </a:xfrm>
          <a:prstGeom prst="rect">
            <a:avLst/>
          </a:prstGeom>
        </p:spPr>
      </p:pic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ED0C1A35-CDC8-14BD-0D09-51839E8BA294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 dirty="0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B0977174-0865-AED9-9D12-84D09AF039C6}"/>
              </a:ext>
            </a:extLst>
          </p:cNvPr>
          <p:cNvSpPr/>
          <p:nvPr/>
        </p:nvSpPr>
        <p:spPr>
          <a:xfrm>
            <a:off x="1915930" y="470604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 dirty="0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372;p23">
            <a:extLst>
              <a:ext uri="{FF2B5EF4-FFF2-40B4-BE49-F238E27FC236}">
                <a16:creationId xmlns:a16="http://schemas.microsoft.com/office/drawing/2014/main" id="{E00A4220-9125-13CE-0DC9-01BA777A7634}"/>
              </a:ext>
            </a:extLst>
          </p:cNvPr>
          <p:cNvSpPr/>
          <p:nvPr/>
        </p:nvSpPr>
        <p:spPr>
          <a:xfrm>
            <a:off x="2321871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 dirty="0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3" name="Google Shape;372;p23">
            <a:extLst>
              <a:ext uri="{FF2B5EF4-FFF2-40B4-BE49-F238E27FC236}">
                <a16:creationId xmlns:a16="http://schemas.microsoft.com/office/drawing/2014/main" id="{9256E90D-4953-0523-F3F9-694FC046686E}"/>
              </a:ext>
            </a:extLst>
          </p:cNvPr>
          <p:cNvSpPr/>
          <p:nvPr/>
        </p:nvSpPr>
        <p:spPr>
          <a:xfrm>
            <a:off x="367417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 dirty="0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5D3E74B7-2BE8-0867-D8C8-0B28F57505A8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 dirty="0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16D7C5F6-D253-DE3A-0B2B-45E45C3F7B38}"/>
              </a:ext>
            </a:extLst>
          </p:cNvPr>
          <p:cNvSpPr/>
          <p:nvPr/>
        </p:nvSpPr>
        <p:spPr>
          <a:xfrm>
            <a:off x="57266" y="464550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 dirty="0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8840BB19-BEDC-33F5-D858-D47EBDAA0DA4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7E722F6F-9530-BA83-87D1-B9630211224B}"/>
              </a:ext>
            </a:extLst>
          </p:cNvPr>
          <p:cNvSpPr txBox="1"/>
          <p:nvPr/>
        </p:nvSpPr>
        <p:spPr>
          <a:xfrm>
            <a:off x="-72490" y="461040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97B77411-DF3E-9E02-1D44-9751F061146D}"/>
              </a:ext>
            </a:extLst>
          </p:cNvPr>
          <p:cNvSpPr txBox="1"/>
          <p:nvPr/>
        </p:nvSpPr>
        <p:spPr>
          <a:xfrm>
            <a:off x="1756984" y="466313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107899AA-A2D6-F968-5BD3-1D24D7EB5A6B}"/>
              </a:ext>
            </a:extLst>
          </p:cNvPr>
          <p:cNvSpPr txBox="1"/>
          <p:nvPr/>
        </p:nvSpPr>
        <p:spPr>
          <a:xfrm>
            <a:off x="3658699" y="46537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0AF48C30-4055-53AF-F980-09330C5ECA56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4" name="Google Shape;76;p10">
            <a:extLst>
              <a:ext uri="{FF2B5EF4-FFF2-40B4-BE49-F238E27FC236}">
                <a16:creationId xmlns:a16="http://schemas.microsoft.com/office/drawing/2014/main" id="{E7ABADAE-8AF0-031B-0354-3C59F8E629CF}"/>
              </a:ext>
            </a:extLst>
          </p:cNvPr>
          <p:cNvSpPr txBox="1"/>
          <p:nvPr/>
        </p:nvSpPr>
        <p:spPr>
          <a:xfrm>
            <a:off x="7366681" y="463167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C5B9F4F4-385F-D5E1-CFDC-45BD7FF98774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9C02DFCF-59F9-D546-F48D-7BD8E5AC401A}"/>
              </a:ext>
            </a:extLst>
          </p:cNvPr>
          <p:cNvSpPr txBox="1"/>
          <p:nvPr/>
        </p:nvSpPr>
        <p:spPr>
          <a:xfrm>
            <a:off x="-110279" y="284615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8" name="صورة 4">
            <a:extLst>
              <a:ext uri="{FF2B5EF4-FFF2-40B4-BE49-F238E27FC236}">
                <a16:creationId xmlns:a16="http://schemas.microsoft.com/office/drawing/2014/main" id="{B4E5C210-B0CC-1301-27C3-BB0E4D852516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45330" y="5055792"/>
            <a:ext cx="1648105" cy="1279734"/>
          </a:xfrm>
          <a:prstGeom prst="rect">
            <a:avLst/>
          </a:prstGeom>
        </p:spPr>
      </p:pic>
      <p:pic>
        <p:nvPicPr>
          <p:cNvPr id="9" name="صورة 4">
            <a:extLst>
              <a:ext uri="{FF2B5EF4-FFF2-40B4-BE49-F238E27FC236}">
                <a16:creationId xmlns:a16="http://schemas.microsoft.com/office/drawing/2014/main" id="{88FE1077-2231-C056-ECDC-DF81E10A9004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40200" y="5042529"/>
            <a:ext cx="1750276" cy="127973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D671D77-D4C9-BB7A-957F-E3ABD3647C18}"/>
              </a:ext>
            </a:extLst>
          </p:cNvPr>
          <p:cNvSpPr txBox="1"/>
          <p:nvPr/>
        </p:nvSpPr>
        <p:spPr>
          <a:xfrm>
            <a:off x="6186864" y="4404244"/>
            <a:ext cx="46099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SA" sz="500" dirty="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م</a:t>
            </a:r>
            <a:endParaRPr lang="en-SA" sz="500" dirty="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pic>
        <p:nvPicPr>
          <p:cNvPr id="26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82028544-3A8C-55D4-0AEC-74A3603D5E85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28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5C59C0CE-922E-3061-E5E0-BD5DEE06E0C5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pic>
        <p:nvPicPr>
          <p:cNvPr id="30" name="Google Shape;132;p1">
            <a:extLst>
              <a:ext uri="{FF2B5EF4-FFF2-40B4-BE49-F238E27FC236}">
                <a16:creationId xmlns:a16="http://schemas.microsoft.com/office/drawing/2014/main" id="{CDC6AE6B-DC21-39AD-FB0F-A66A72BD0D07}"/>
              </a:ext>
            </a:extLst>
          </p:cNvPr>
          <p:cNvPicPr preferRelativeResize="0"/>
          <p:nvPr/>
        </p:nvPicPr>
        <p:blipFill rotWithShape="1"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75;p10">
            <a:extLst>
              <a:ext uri="{FF2B5EF4-FFF2-40B4-BE49-F238E27FC236}">
                <a16:creationId xmlns:a16="http://schemas.microsoft.com/office/drawing/2014/main" id="{769EC58F-EC38-920E-F1FA-4E251942C680}"/>
              </a:ext>
            </a:extLst>
          </p:cNvPr>
          <p:cNvSpPr txBox="1"/>
          <p:nvPr/>
        </p:nvSpPr>
        <p:spPr>
          <a:xfrm>
            <a:off x="3285357" y="466219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" name="Google Shape;76;p10">
            <a:extLst>
              <a:ext uri="{FF2B5EF4-FFF2-40B4-BE49-F238E27FC236}">
                <a16:creationId xmlns:a16="http://schemas.microsoft.com/office/drawing/2014/main" id="{C644E906-20EA-315E-DDA0-79BA049BC807}"/>
              </a:ext>
            </a:extLst>
          </p:cNvPr>
          <p:cNvSpPr txBox="1"/>
          <p:nvPr/>
        </p:nvSpPr>
        <p:spPr>
          <a:xfrm>
            <a:off x="5967625" y="643019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5" name="Google Shape;76;p10">
            <a:extLst>
              <a:ext uri="{FF2B5EF4-FFF2-40B4-BE49-F238E27FC236}">
                <a16:creationId xmlns:a16="http://schemas.microsoft.com/office/drawing/2014/main" id="{61B5DE26-4A1C-6319-5BF8-A8BC7A368B99}"/>
              </a:ext>
            </a:extLst>
          </p:cNvPr>
          <p:cNvSpPr txBox="1"/>
          <p:nvPr/>
        </p:nvSpPr>
        <p:spPr>
          <a:xfrm>
            <a:off x="3993435" y="640898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3" name="Google Shape;76;p10">
            <a:extLst>
              <a:ext uri="{FF2B5EF4-FFF2-40B4-BE49-F238E27FC236}">
                <a16:creationId xmlns:a16="http://schemas.microsoft.com/office/drawing/2014/main" id="{9783B62D-3783-D8CC-DB47-99AA2F130376}"/>
              </a:ext>
            </a:extLst>
          </p:cNvPr>
          <p:cNvSpPr txBox="1"/>
          <p:nvPr/>
        </p:nvSpPr>
        <p:spPr>
          <a:xfrm>
            <a:off x="2164894" y="641995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4" name="Google Shape;76;p10">
            <a:extLst>
              <a:ext uri="{FF2B5EF4-FFF2-40B4-BE49-F238E27FC236}">
                <a16:creationId xmlns:a16="http://schemas.microsoft.com/office/drawing/2014/main" id="{85C34538-AE4C-D642-35E5-95BDD42AAF8E}"/>
              </a:ext>
            </a:extLst>
          </p:cNvPr>
          <p:cNvSpPr txBox="1"/>
          <p:nvPr/>
        </p:nvSpPr>
        <p:spPr>
          <a:xfrm>
            <a:off x="190704" y="6428881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6" name="Google Shape;75;p10">
            <a:extLst>
              <a:ext uri="{FF2B5EF4-FFF2-40B4-BE49-F238E27FC236}">
                <a16:creationId xmlns:a16="http://schemas.microsoft.com/office/drawing/2014/main" id="{A5F519D7-64AE-B9A4-8EA8-492C827A880D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9" name="Google Shape;76;p10">
            <a:extLst>
              <a:ext uri="{FF2B5EF4-FFF2-40B4-BE49-F238E27FC236}">
                <a16:creationId xmlns:a16="http://schemas.microsoft.com/office/drawing/2014/main" id="{EFD80F19-01A2-C502-2CFD-52C89216328F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3" name="صورة 4">
            <a:extLst>
              <a:ext uri="{FF2B5EF4-FFF2-40B4-BE49-F238E27FC236}">
                <a16:creationId xmlns:a16="http://schemas.microsoft.com/office/drawing/2014/main" id="{855901E1-E7E2-3C3B-C90B-6D8DD4AB4701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35085" y="1450400"/>
            <a:ext cx="1584560" cy="1313436"/>
          </a:xfrm>
          <a:prstGeom prst="rect">
            <a:avLst/>
          </a:prstGeom>
        </p:spPr>
      </p:pic>
      <p:pic>
        <p:nvPicPr>
          <p:cNvPr id="7" name="صورة 4">
            <a:extLst>
              <a:ext uri="{FF2B5EF4-FFF2-40B4-BE49-F238E27FC236}">
                <a16:creationId xmlns:a16="http://schemas.microsoft.com/office/drawing/2014/main" id="{E1185FE2-EDA0-724C-9D5B-B0CC9C4236ED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44744" y="1446831"/>
            <a:ext cx="1636756" cy="1320022"/>
          </a:xfrm>
          <a:prstGeom prst="rect">
            <a:avLst/>
          </a:prstGeom>
        </p:spPr>
      </p:pic>
      <p:pic>
        <p:nvPicPr>
          <p:cNvPr id="10" name="صورة 4">
            <a:extLst>
              <a:ext uri="{FF2B5EF4-FFF2-40B4-BE49-F238E27FC236}">
                <a16:creationId xmlns:a16="http://schemas.microsoft.com/office/drawing/2014/main" id="{46437F37-A521-F5B1-F652-7DE288ECB27C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81360" y="1446831"/>
            <a:ext cx="1691684" cy="1295441"/>
          </a:xfrm>
          <a:prstGeom prst="rect">
            <a:avLst/>
          </a:prstGeom>
        </p:spPr>
      </p:pic>
      <p:pic>
        <p:nvPicPr>
          <p:cNvPr id="32" name="صورة 4">
            <a:extLst>
              <a:ext uri="{FF2B5EF4-FFF2-40B4-BE49-F238E27FC236}">
                <a16:creationId xmlns:a16="http://schemas.microsoft.com/office/drawing/2014/main" id="{B85E58E1-49F4-05E7-B9B8-C8DBC5A9252E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472"/>
          <a:stretch>
            <a:fillRect/>
          </a:stretch>
        </p:blipFill>
        <p:spPr>
          <a:xfrm>
            <a:off x="3792597" y="3255023"/>
            <a:ext cx="1641815" cy="1327325"/>
          </a:xfrm>
          <a:prstGeom prst="rect">
            <a:avLst/>
          </a:prstGeom>
        </p:spPr>
      </p:pic>
      <p:pic>
        <p:nvPicPr>
          <p:cNvPr id="34" name="صورة 4">
            <a:extLst>
              <a:ext uri="{FF2B5EF4-FFF2-40B4-BE49-F238E27FC236}">
                <a16:creationId xmlns:a16="http://schemas.microsoft.com/office/drawing/2014/main" id="{6FF40603-411E-877C-2EBB-7DF6722916CC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870"/>
          <a:stretch>
            <a:fillRect/>
          </a:stretch>
        </p:blipFill>
        <p:spPr>
          <a:xfrm>
            <a:off x="3813855" y="1446831"/>
            <a:ext cx="1627358" cy="1326228"/>
          </a:xfrm>
          <a:prstGeom prst="rect">
            <a:avLst/>
          </a:prstGeom>
        </p:spPr>
      </p:pic>
      <p:pic>
        <p:nvPicPr>
          <p:cNvPr id="35" name="صورة 4">
            <a:extLst>
              <a:ext uri="{FF2B5EF4-FFF2-40B4-BE49-F238E27FC236}">
                <a16:creationId xmlns:a16="http://schemas.microsoft.com/office/drawing/2014/main" id="{0826AFF9-27DC-F11C-4836-3ADC5DFA643B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432"/>
          <a:stretch>
            <a:fillRect/>
          </a:stretch>
        </p:blipFill>
        <p:spPr>
          <a:xfrm>
            <a:off x="1913640" y="3255024"/>
            <a:ext cx="1641815" cy="1351083"/>
          </a:xfrm>
          <a:prstGeom prst="rect">
            <a:avLst/>
          </a:prstGeom>
        </p:spPr>
      </p:pic>
      <p:pic>
        <p:nvPicPr>
          <p:cNvPr id="37" name="صورة 4">
            <a:extLst>
              <a:ext uri="{FF2B5EF4-FFF2-40B4-BE49-F238E27FC236}">
                <a16:creationId xmlns:a16="http://schemas.microsoft.com/office/drawing/2014/main" id="{1F798D72-B110-DECA-5533-7D6BBFC4FB2E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235" y="3245995"/>
            <a:ext cx="1680099" cy="1320156"/>
          </a:xfrm>
          <a:prstGeom prst="rect">
            <a:avLst/>
          </a:prstGeom>
        </p:spPr>
      </p:pic>
      <p:pic>
        <p:nvPicPr>
          <p:cNvPr id="38" name="صورة 4">
            <a:extLst>
              <a:ext uri="{FF2B5EF4-FFF2-40B4-BE49-F238E27FC236}">
                <a16:creationId xmlns:a16="http://schemas.microsoft.com/office/drawing/2014/main" id="{96937CCB-23FD-60AD-883A-F53E5601E890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28658" y="3245993"/>
            <a:ext cx="1658625" cy="1320158"/>
          </a:xfrm>
          <a:prstGeom prst="rect">
            <a:avLst/>
          </a:prstGeom>
        </p:spPr>
      </p:pic>
      <p:pic>
        <p:nvPicPr>
          <p:cNvPr id="40" name="صورة 4">
            <a:extLst>
              <a:ext uri="{FF2B5EF4-FFF2-40B4-BE49-F238E27FC236}">
                <a16:creationId xmlns:a16="http://schemas.microsoft.com/office/drawing/2014/main" id="{57BC60CB-067C-BD3F-5814-AF2F0342B099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566"/>
          <a:stretch>
            <a:fillRect/>
          </a:stretch>
        </p:blipFill>
        <p:spPr>
          <a:xfrm>
            <a:off x="5686802" y="3245993"/>
            <a:ext cx="1626722" cy="1335021"/>
          </a:xfrm>
          <a:prstGeom prst="rect">
            <a:avLst/>
          </a:prstGeom>
        </p:spPr>
      </p:pic>
      <p:pic>
        <p:nvPicPr>
          <p:cNvPr id="41" name="صورة 4">
            <a:extLst>
              <a:ext uri="{FF2B5EF4-FFF2-40B4-BE49-F238E27FC236}">
                <a16:creationId xmlns:a16="http://schemas.microsoft.com/office/drawing/2014/main" id="{68A7E014-69DE-17CF-50E0-AB75B6AD2169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28"/>
          <a:stretch>
            <a:fillRect/>
          </a:stretch>
        </p:blipFill>
        <p:spPr>
          <a:xfrm>
            <a:off x="124573" y="1446832"/>
            <a:ext cx="1589807" cy="1289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573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D9123-D92C-5F19-02DC-34E7114D0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98903A8E-C3A3-25AD-39D4-D4F28806508F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DC494754-10BD-3195-6318-2C30B828C993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595F469F-B93B-7651-F7E6-CFA3A479F3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A39AC2CA-6436-D3B6-D0E1-BFEF31C09227}"/>
              </a:ext>
            </a:extLst>
          </p:cNvPr>
          <p:cNvGrpSpPr/>
          <p:nvPr/>
        </p:nvGrpSpPr>
        <p:grpSpPr>
          <a:xfrm>
            <a:off x="0" y="6658993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01CD583B-797B-9637-F812-17C06A58F201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B65BDAE9-F84F-D787-5871-9F75BF94C302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3A9B8799-6B58-4395-C791-DAFDDDE08AF5}"/>
              </a:ext>
            </a:extLst>
          </p:cNvPr>
          <p:cNvSpPr txBox="1"/>
          <p:nvPr/>
        </p:nvSpPr>
        <p:spPr>
          <a:xfrm>
            <a:off x="9531024" y="6253460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5A662DDC-8E2B-29E2-EE2C-C8088591D03A}"/>
              </a:ext>
            </a:extLst>
          </p:cNvPr>
          <p:cNvSpPr/>
          <p:nvPr/>
        </p:nvSpPr>
        <p:spPr>
          <a:xfrm>
            <a:off x="7530169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143E77DD-4048-F177-6C0E-738A9534CEE7}"/>
              </a:ext>
            </a:extLst>
          </p:cNvPr>
          <p:cNvSpPr txBox="1"/>
          <p:nvPr/>
        </p:nvSpPr>
        <p:spPr>
          <a:xfrm>
            <a:off x="7342230" y="28241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F9578CF3-8D16-1C93-76D5-9DE39DC1DD0B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444CDBEB-D3C4-C80C-974B-F81A9A6C9822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CA1EC5B6-79BF-D817-2A38-07F31E1A11B9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5F307FDD-7961-1599-FED8-DB7060379172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A25B3045-5A03-644D-28AB-11C8176FCF63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7" name="Google Shape;372;p23">
            <a:extLst>
              <a:ext uri="{FF2B5EF4-FFF2-40B4-BE49-F238E27FC236}">
                <a16:creationId xmlns:a16="http://schemas.microsoft.com/office/drawing/2014/main" id="{0373D617-2FC0-F80D-3579-F067680B0EFE}"/>
              </a:ext>
            </a:extLst>
          </p:cNvPr>
          <p:cNvSpPr/>
          <p:nvPr/>
        </p:nvSpPr>
        <p:spPr>
          <a:xfrm>
            <a:off x="6081148" y="64210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C391EA14-6623-D6FE-34DD-CE5BBD7FF09E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63FA302C-0087-C43A-38A9-5228D3D51D29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B5D38E26-E1CF-0554-F111-79EBAFD41CDE}"/>
              </a:ext>
            </a:extLst>
          </p:cNvPr>
          <p:cNvSpPr/>
          <p:nvPr/>
        </p:nvSpPr>
        <p:spPr>
          <a:xfrm>
            <a:off x="3784099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372;p23">
            <a:extLst>
              <a:ext uri="{FF2B5EF4-FFF2-40B4-BE49-F238E27FC236}">
                <a16:creationId xmlns:a16="http://schemas.microsoft.com/office/drawing/2014/main" id="{280B6D75-8A35-EBE2-86D0-505104E261C6}"/>
              </a:ext>
            </a:extLst>
          </p:cNvPr>
          <p:cNvSpPr/>
          <p:nvPr/>
        </p:nvSpPr>
        <p:spPr>
          <a:xfrm>
            <a:off x="4199473" y="642998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A66FB096-DEE6-B2EE-5E06-9F878664CEF6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D70D1454-4648-2352-45CA-D87A570CF5BF}"/>
              </a:ext>
            </a:extLst>
          </p:cNvPr>
          <p:cNvSpPr/>
          <p:nvPr/>
        </p:nvSpPr>
        <p:spPr>
          <a:xfrm>
            <a:off x="1915930" y="470604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372;p23">
            <a:extLst>
              <a:ext uri="{FF2B5EF4-FFF2-40B4-BE49-F238E27FC236}">
                <a16:creationId xmlns:a16="http://schemas.microsoft.com/office/drawing/2014/main" id="{89D93A5C-5154-B59D-7421-8E0FB287AD22}"/>
              </a:ext>
            </a:extLst>
          </p:cNvPr>
          <p:cNvSpPr/>
          <p:nvPr/>
        </p:nvSpPr>
        <p:spPr>
          <a:xfrm>
            <a:off x="2321871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3" name="Google Shape;372;p23">
            <a:extLst>
              <a:ext uri="{FF2B5EF4-FFF2-40B4-BE49-F238E27FC236}">
                <a16:creationId xmlns:a16="http://schemas.microsoft.com/office/drawing/2014/main" id="{80BFABC1-A1B2-14BD-379B-9C5FF2F8AA36}"/>
              </a:ext>
            </a:extLst>
          </p:cNvPr>
          <p:cNvSpPr/>
          <p:nvPr/>
        </p:nvSpPr>
        <p:spPr>
          <a:xfrm>
            <a:off x="367417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AEE26AFB-26A1-A292-880D-F8352A5A8066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8A98BA5F-38E1-CC98-54A9-F803146B964B}"/>
              </a:ext>
            </a:extLst>
          </p:cNvPr>
          <p:cNvSpPr/>
          <p:nvPr/>
        </p:nvSpPr>
        <p:spPr>
          <a:xfrm>
            <a:off x="57266" y="470990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AA67B272-AB00-4F11-BD14-FAB9879D3685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D9AF6A9C-A69D-3C1A-6F34-9F36CEA7EE01}"/>
              </a:ext>
            </a:extLst>
          </p:cNvPr>
          <p:cNvSpPr txBox="1"/>
          <p:nvPr/>
        </p:nvSpPr>
        <p:spPr>
          <a:xfrm>
            <a:off x="-58762" y="4674932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BC475942-667E-71BC-52F6-0798CE2EB72B}"/>
              </a:ext>
            </a:extLst>
          </p:cNvPr>
          <p:cNvSpPr txBox="1"/>
          <p:nvPr/>
        </p:nvSpPr>
        <p:spPr>
          <a:xfrm>
            <a:off x="1756984" y="466313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04EAF270-AE9A-0316-B22C-A218DB4EB095}"/>
              </a:ext>
            </a:extLst>
          </p:cNvPr>
          <p:cNvSpPr txBox="1"/>
          <p:nvPr/>
        </p:nvSpPr>
        <p:spPr>
          <a:xfrm>
            <a:off x="3658699" y="46537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C6C20A2C-D0F1-BBBC-6D14-248509CF9738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4" name="Google Shape;76;p10">
            <a:extLst>
              <a:ext uri="{FF2B5EF4-FFF2-40B4-BE49-F238E27FC236}">
                <a16:creationId xmlns:a16="http://schemas.microsoft.com/office/drawing/2014/main" id="{03E15E84-52B6-8E09-BF26-37148F2D61B7}"/>
              </a:ext>
            </a:extLst>
          </p:cNvPr>
          <p:cNvSpPr txBox="1"/>
          <p:nvPr/>
        </p:nvSpPr>
        <p:spPr>
          <a:xfrm>
            <a:off x="7366681" y="463167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175C9E08-9117-01D5-4835-278C7FD97B41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2079D122-8BE0-1424-F4C1-AE5982E94911}"/>
              </a:ext>
            </a:extLst>
          </p:cNvPr>
          <p:cNvSpPr txBox="1"/>
          <p:nvPr/>
        </p:nvSpPr>
        <p:spPr>
          <a:xfrm>
            <a:off x="-135470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7" name="Google Shape;76;p10">
            <a:extLst>
              <a:ext uri="{FF2B5EF4-FFF2-40B4-BE49-F238E27FC236}">
                <a16:creationId xmlns:a16="http://schemas.microsoft.com/office/drawing/2014/main" id="{AB251B84-BC1E-00BC-0C19-FF4E6DD676D0}"/>
              </a:ext>
            </a:extLst>
          </p:cNvPr>
          <p:cNvSpPr txBox="1"/>
          <p:nvPr/>
        </p:nvSpPr>
        <p:spPr>
          <a:xfrm>
            <a:off x="5964266" y="639286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8" name="Google Shape;76;p10">
            <a:extLst>
              <a:ext uri="{FF2B5EF4-FFF2-40B4-BE49-F238E27FC236}">
                <a16:creationId xmlns:a16="http://schemas.microsoft.com/office/drawing/2014/main" id="{F0871999-A03A-745C-27F5-9E0C4EDA5BAE}"/>
              </a:ext>
            </a:extLst>
          </p:cNvPr>
          <p:cNvSpPr txBox="1"/>
          <p:nvPr/>
        </p:nvSpPr>
        <p:spPr>
          <a:xfrm>
            <a:off x="3993435" y="640898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9" name="Google Shape;76;p10">
            <a:extLst>
              <a:ext uri="{FF2B5EF4-FFF2-40B4-BE49-F238E27FC236}">
                <a16:creationId xmlns:a16="http://schemas.microsoft.com/office/drawing/2014/main" id="{8D8B254D-3B0D-0A83-FA91-3B41F869D21D}"/>
              </a:ext>
            </a:extLst>
          </p:cNvPr>
          <p:cNvSpPr txBox="1"/>
          <p:nvPr/>
        </p:nvSpPr>
        <p:spPr>
          <a:xfrm>
            <a:off x="2164894" y="641995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0" name="Google Shape;76;p10">
            <a:extLst>
              <a:ext uri="{FF2B5EF4-FFF2-40B4-BE49-F238E27FC236}">
                <a16:creationId xmlns:a16="http://schemas.microsoft.com/office/drawing/2014/main" id="{135C3F55-D66F-18ED-6119-1C6B132AD3CF}"/>
              </a:ext>
            </a:extLst>
          </p:cNvPr>
          <p:cNvSpPr txBox="1"/>
          <p:nvPr/>
        </p:nvSpPr>
        <p:spPr>
          <a:xfrm>
            <a:off x="190704" y="6428881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24" name="صورة 23">
            <a:extLst>
              <a:ext uri="{FF2B5EF4-FFF2-40B4-BE49-F238E27FC236}">
                <a16:creationId xmlns:a16="http://schemas.microsoft.com/office/drawing/2014/main" id="{84E7D230-3234-8921-2DF1-049985907FF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42385" y="5023277"/>
            <a:ext cx="1752796" cy="1340092"/>
          </a:xfrm>
          <a:prstGeom prst="rect">
            <a:avLst/>
          </a:prstGeom>
        </p:spPr>
      </p:pic>
      <p:pic>
        <p:nvPicPr>
          <p:cNvPr id="26" name="صورة 25">
            <a:extLst>
              <a:ext uri="{FF2B5EF4-FFF2-40B4-BE49-F238E27FC236}">
                <a16:creationId xmlns:a16="http://schemas.microsoft.com/office/drawing/2014/main" id="{DBBA8CEF-7D37-4262-09A7-149E78CD15E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99473" y="5026280"/>
            <a:ext cx="1642743" cy="1329443"/>
          </a:xfrm>
          <a:prstGeom prst="rect">
            <a:avLst/>
          </a:prstGeom>
        </p:spPr>
      </p:pic>
      <p:pic>
        <p:nvPicPr>
          <p:cNvPr id="28" name="صورة 27">
            <a:extLst>
              <a:ext uri="{FF2B5EF4-FFF2-40B4-BE49-F238E27FC236}">
                <a16:creationId xmlns:a16="http://schemas.microsoft.com/office/drawing/2014/main" id="{AA36FD31-1973-432D-981E-317AC900B66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21872" y="5023277"/>
            <a:ext cx="1657114" cy="1324585"/>
          </a:xfrm>
          <a:prstGeom prst="rect">
            <a:avLst/>
          </a:prstGeom>
        </p:spPr>
      </p:pic>
      <p:sp>
        <p:nvSpPr>
          <p:cNvPr id="10" name="Google Shape;79;p10">
            <a:extLst>
              <a:ext uri="{FF2B5EF4-FFF2-40B4-BE49-F238E27FC236}">
                <a16:creationId xmlns:a16="http://schemas.microsoft.com/office/drawing/2014/main" id="{2A911F26-1AB6-3FDE-0784-F43D5FCE9563}"/>
              </a:ext>
            </a:extLst>
          </p:cNvPr>
          <p:cNvSpPr txBox="1"/>
          <p:nvPr/>
        </p:nvSpPr>
        <p:spPr>
          <a:xfrm>
            <a:off x="3417970" y="850502"/>
            <a:ext cx="4956395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 ابتدائية ومتوسطة ذات النطاقين بنات 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7F708BB3-A1C6-239D-BC15-A4F3FDCAA3E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13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F4C64D6B-1461-5BC9-E341-2C94DA209773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sp>
        <p:nvSpPr>
          <p:cNvPr id="14" name="Google Shape;75;p10">
            <a:extLst>
              <a:ext uri="{FF2B5EF4-FFF2-40B4-BE49-F238E27FC236}">
                <a16:creationId xmlns:a16="http://schemas.microsoft.com/office/drawing/2014/main" id="{5E42CD32-F9B6-1898-60F1-79C45F88AEB2}"/>
              </a:ext>
            </a:extLst>
          </p:cNvPr>
          <p:cNvSpPr txBox="1"/>
          <p:nvPr/>
        </p:nvSpPr>
        <p:spPr>
          <a:xfrm>
            <a:off x="3146590" y="456265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5" name="Google Shape;132;p1">
            <a:extLst>
              <a:ext uri="{FF2B5EF4-FFF2-40B4-BE49-F238E27FC236}">
                <a16:creationId xmlns:a16="http://schemas.microsoft.com/office/drawing/2014/main" id="{BC583FCC-171D-A234-2C4C-BB9F62431989}"/>
              </a:ext>
            </a:extLst>
          </p:cNvPr>
          <p:cNvPicPr preferRelativeResize="0"/>
          <p:nvPr/>
        </p:nvPicPr>
        <p:blipFill rotWithShape="1"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شكل حر: شكل 30">
            <a:extLst>
              <a:ext uri="{FF2B5EF4-FFF2-40B4-BE49-F238E27FC236}">
                <a16:creationId xmlns:a16="http://schemas.microsoft.com/office/drawing/2014/main" id="{B572F5E8-29FC-8342-AF00-EB80ED7B5959}"/>
              </a:ext>
            </a:extLst>
          </p:cNvPr>
          <p:cNvSpPr/>
          <p:nvPr/>
        </p:nvSpPr>
        <p:spPr>
          <a:xfrm rot="2700000">
            <a:off x="9648212" y="691789"/>
            <a:ext cx="4752000" cy="4276800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blipFill dpi="0" rotWithShape="1"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" r="975"/>
            </a:stretch>
          </a:blipFill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1" eaLnBrk="1" latinLnBrk="0" hangingPunct="1"/>
            <a:endParaRPr lang="ar-SA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B5AAD9-0521-97FE-EB89-834AB66DF779}"/>
              </a:ext>
            </a:extLst>
          </p:cNvPr>
          <p:cNvSpPr txBox="1"/>
          <p:nvPr/>
        </p:nvSpPr>
        <p:spPr>
          <a:xfrm>
            <a:off x="2918155" y="4346115"/>
            <a:ext cx="7617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4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٢٠٢٥/٠٨/١١ ١١:٣٧:١٤ ص</a:t>
            </a:r>
          </a:p>
          <a:p>
            <a:r>
              <a:rPr lang="ar-SA" sz="4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ابتدائية ومتوسطة ذات النطاقين</a:t>
            </a:r>
            <a:endParaRPr lang="en-SA" sz="40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6" name="Google Shape;75;p10">
            <a:extLst>
              <a:ext uri="{FF2B5EF4-FFF2-40B4-BE49-F238E27FC236}">
                <a16:creationId xmlns:a16="http://schemas.microsoft.com/office/drawing/2014/main" id="{FFB2CD04-EDB5-7334-540A-6E9E60538851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" name="Google Shape;76;p10">
            <a:extLst>
              <a:ext uri="{FF2B5EF4-FFF2-40B4-BE49-F238E27FC236}">
                <a16:creationId xmlns:a16="http://schemas.microsoft.com/office/drawing/2014/main" id="{19E926E8-3E90-A6F3-181F-D3958011A888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EABD997C-B9DE-A8E3-CC6C-9B1BD15AE15A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4260" y="3288430"/>
            <a:ext cx="1590120" cy="1323040"/>
          </a:xfrm>
          <a:prstGeom prst="rect">
            <a:avLst/>
          </a:prstGeom>
        </p:spPr>
      </p:pic>
      <p:pic>
        <p:nvPicPr>
          <p:cNvPr id="8" name="صورة 4">
            <a:extLst>
              <a:ext uri="{FF2B5EF4-FFF2-40B4-BE49-F238E27FC236}">
                <a16:creationId xmlns:a16="http://schemas.microsoft.com/office/drawing/2014/main" id="{A05600D7-5142-5B55-E972-B27FD24CC3E7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30170" y="1609396"/>
            <a:ext cx="1656604" cy="1209823"/>
          </a:xfrm>
          <a:prstGeom prst="rect">
            <a:avLst/>
          </a:prstGeom>
        </p:spPr>
      </p:pic>
      <p:pic>
        <p:nvPicPr>
          <p:cNvPr id="12" name="صورة 4">
            <a:extLst>
              <a:ext uri="{FF2B5EF4-FFF2-40B4-BE49-F238E27FC236}">
                <a16:creationId xmlns:a16="http://schemas.microsoft.com/office/drawing/2014/main" id="{3F4141C4-8D4E-3F94-3394-928A32416E9E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490"/>
          <a:stretch>
            <a:fillRect/>
          </a:stretch>
        </p:blipFill>
        <p:spPr>
          <a:xfrm>
            <a:off x="3784098" y="3270335"/>
            <a:ext cx="1686546" cy="1311782"/>
          </a:xfrm>
          <a:prstGeom prst="rect">
            <a:avLst/>
          </a:prstGeom>
        </p:spPr>
      </p:pic>
      <p:pic>
        <p:nvPicPr>
          <p:cNvPr id="16" name="صورة 31">
            <a:extLst>
              <a:ext uri="{FF2B5EF4-FFF2-40B4-BE49-F238E27FC236}">
                <a16:creationId xmlns:a16="http://schemas.microsoft.com/office/drawing/2014/main" id="{FB08802C-A3EE-D088-4E74-366D98BF46C0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630" y="1609397"/>
            <a:ext cx="1563977" cy="1193414"/>
          </a:xfrm>
          <a:prstGeom prst="rect">
            <a:avLst/>
          </a:prstGeom>
        </p:spPr>
      </p:pic>
      <p:pic>
        <p:nvPicPr>
          <p:cNvPr id="19" name="صورة 32">
            <a:extLst>
              <a:ext uri="{FF2B5EF4-FFF2-40B4-BE49-F238E27FC236}">
                <a16:creationId xmlns:a16="http://schemas.microsoft.com/office/drawing/2014/main" id="{6E039A5B-F24E-4076-4472-9776C9068D74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749"/>
          <a:stretch>
            <a:fillRect/>
          </a:stretch>
        </p:blipFill>
        <p:spPr>
          <a:xfrm>
            <a:off x="7540048" y="3290164"/>
            <a:ext cx="1686546" cy="1283349"/>
          </a:xfrm>
          <a:prstGeom prst="rect">
            <a:avLst/>
          </a:prstGeom>
        </p:spPr>
      </p:pic>
      <p:pic>
        <p:nvPicPr>
          <p:cNvPr id="31" name="صورة 4">
            <a:extLst>
              <a:ext uri="{FF2B5EF4-FFF2-40B4-BE49-F238E27FC236}">
                <a16:creationId xmlns:a16="http://schemas.microsoft.com/office/drawing/2014/main" id="{EFA6D944-776F-043B-BCEE-93F8DC3A552F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31344" y="1587603"/>
            <a:ext cx="1650587" cy="1215359"/>
          </a:xfrm>
          <a:prstGeom prst="rect">
            <a:avLst/>
          </a:prstGeom>
        </p:spPr>
      </p:pic>
      <p:pic>
        <p:nvPicPr>
          <p:cNvPr id="35" name="صورة 4">
            <a:extLst>
              <a:ext uri="{FF2B5EF4-FFF2-40B4-BE49-F238E27FC236}">
                <a16:creationId xmlns:a16="http://schemas.microsoft.com/office/drawing/2014/main" id="{F71B2302-1F50-CCEA-8EBB-2BA9FAF8CF07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68"/>
          <a:stretch>
            <a:fillRect/>
          </a:stretch>
        </p:blipFill>
        <p:spPr>
          <a:xfrm>
            <a:off x="5684791" y="1599275"/>
            <a:ext cx="1642520" cy="1215359"/>
          </a:xfrm>
          <a:prstGeom prst="rect">
            <a:avLst/>
          </a:prstGeom>
        </p:spPr>
      </p:pic>
      <p:pic>
        <p:nvPicPr>
          <p:cNvPr id="37" name="صورة 4">
            <a:extLst>
              <a:ext uri="{FF2B5EF4-FFF2-40B4-BE49-F238E27FC236}">
                <a16:creationId xmlns:a16="http://schemas.microsoft.com/office/drawing/2014/main" id="{F1AC0325-286B-E525-2604-234EF14BD126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98342" y="1599276"/>
            <a:ext cx="1657114" cy="1203535"/>
          </a:xfrm>
          <a:prstGeom prst="rect">
            <a:avLst/>
          </a:prstGeom>
        </p:spPr>
      </p:pic>
      <p:pic>
        <p:nvPicPr>
          <p:cNvPr id="38" name="صورة 4">
            <a:extLst>
              <a:ext uri="{FF2B5EF4-FFF2-40B4-BE49-F238E27FC236}">
                <a16:creationId xmlns:a16="http://schemas.microsoft.com/office/drawing/2014/main" id="{09C684B9-06C7-F9B1-122E-417506E0296C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863"/>
          <a:stretch>
            <a:fillRect/>
          </a:stretch>
        </p:blipFill>
        <p:spPr>
          <a:xfrm>
            <a:off x="1921547" y="3270335"/>
            <a:ext cx="1669567" cy="1320570"/>
          </a:xfrm>
          <a:prstGeom prst="rect">
            <a:avLst/>
          </a:prstGeom>
        </p:spPr>
      </p:pic>
      <p:pic>
        <p:nvPicPr>
          <p:cNvPr id="40" name="صورة 31">
            <a:extLst>
              <a:ext uri="{FF2B5EF4-FFF2-40B4-BE49-F238E27FC236}">
                <a16:creationId xmlns:a16="http://schemas.microsoft.com/office/drawing/2014/main" id="{68808D94-01DC-DA0A-EE8E-3B0B90BC131F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63628" y="3284377"/>
            <a:ext cx="1639279" cy="1297740"/>
          </a:xfrm>
          <a:prstGeom prst="rect">
            <a:avLst/>
          </a:prstGeom>
        </p:spPr>
      </p:pic>
      <p:pic>
        <p:nvPicPr>
          <p:cNvPr id="3" name="صورة 27">
            <a:extLst>
              <a:ext uri="{FF2B5EF4-FFF2-40B4-BE49-F238E27FC236}">
                <a16:creationId xmlns:a16="http://schemas.microsoft.com/office/drawing/2014/main" id="{6E27BAB0-B780-B441-CF47-185841295DA8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0508" y="5023276"/>
            <a:ext cx="1657114" cy="1329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8968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9535D-D6DE-59DA-BA68-9E6C8995D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44E6FFE6-9FDD-71B5-1FF6-D45D9972C799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9207F67E-7A1A-1520-49A2-B40C8149EA58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0" eaLnBrk="1" latinLnBrk="0" hangingPunct="1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1605DBCE-6431-4A09-52E9-AACB1EFDA1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68F28170-8458-569B-73D8-FE9A007D0450}"/>
              </a:ext>
            </a:extLst>
          </p:cNvPr>
          <p:cNvGrpSpPr/>
          <p:nvPr/>
        </p:nvGrpSpPr>
        <p:grpSpPr>
          <a:xfrm>
            <a:off x="0" y="6658993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57C29593-EE31-F435-55EE-9BB7508BE6CF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22891945-7281-A3FB-A45D-4A4EBC0B2E82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B8F6040C-AF1B-31ED-66BD-9C94685C8DF2}"/>
              </a:ext>
            </a:extLst>
          </p:cNvPr>
          <p:cNvSpPr txBox="1"/>
          <p:nvPr/>
        </p:nvSpPr>
        <p:spPr>
          <a:xfrm>
            <a:off x="9531024" y="6253460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578B7F7B-A69A-1DD9-462F-03A73538997C}"/>
              </a:ext>
            </a:extLst>
          </p:cNvPr>
          <p:cNvSpPr/>
          <p:nvPr/>
        </p:nvSpPr>
        <p:spPr>
          <a:xfrm>
            <a:off x="7530169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62C4F3E5-B49F-FED8-3EF8-1387F16BE1A6}"/>
              </a:ext>
            </a:extLst>
          </p:cNvPr>
          <p:cNvSpPr txBox="1"/>
          <p:nvPr/>
        </p:nvSpPr>
        <p:spPr>
          <a:xfrm>
            <a:off x="7342230" y="28241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09757C5E-C06A-C19A-D4F7-50B5D8321F7B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D9C232F3-FCD2-348A-C38D-E8206461CFD9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EEA8DF08-35F1-894E-F116-560464A062C2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BA002F70-B080-2708-4837-5A8AA5E947F9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EEE4FAD8-1EA8-DC7E-BAE9-4DB7E5E78078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7" name="Google Shape;372;p23">
            <a:extLst>
              <a:ext uri="{FF2B5EF4-FFF2-40B4-BE49-F238E27FC236}">
                <a16:creationId xmlns:a16="http://schemas.microsoft.com/office/drawing/2014/main" id="{456F4E64-EA16-5274-BB78-D2B7975CA424}"/>
              </a:ext>
            </a:extLst>
          </p:cNvPr>
          <p:cNvSpPr/>
          <p:nvPr/>
        </p:nvSpPr>
        <p:spPr>
          <a:xfrm>
            <a:off x="6086992" y="646423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443EC6B7-3FFA-76EC-1C96-37FDF8CF491A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F22E14A0-B106-1F80-CB18-6C5E31824051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EA31BE3E-05CB-C7EE-4FA4-4B5D7B349F46}"/>
              </a:ext>
            </a:extLst>
          </p:cNvPr>
          <p:cNvSpPr/>
          <p:nvPr/>
        </p:nvSpPr>
        <p:spPr>
          <a:xfrm>
            <a:off x="3784099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372;p23">
            <a:extLst>
              <a:ext uri="{FF2B5EF4-FFF2-40B4-BE49-F238E27FC236}">
                <a16:creationId xmlns:a16="http://schemas.microsoft.com/office/drawing/2014/main" id="{83D28DC0-F988-C574-D611-277C8421B89F}"/>
              </a:ext>
            </a:extLst>
          </p:cNvPr>
          <p:cNvSpPr/>
          <p:nvPr/>
        </p:nvSpPr>
        <p:spPr>
          <a:xfrm>
            <a:off x="4199473" y="642998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19AC61E3-5E3C-0D1A-D1E3-1457144F94A3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216B1A25-9CAC-AB5A-FC6A-A4E5F0646E4A}"/>
              </a:ext>
            </a:extLst>
          </p:cNvPr>
          <p:cNvSpPr/>
          <p:nvPr/>
        </p:nvSpPr>
        <p:spPr>
          <a:xfrm>
            <a:off x="1915930" y="470604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372;p23">
            <a:extLst>
              <a:ext uri="{FF2B5EF4-FFF2-40B4-BE49-F238E27FC236}">
                <a16:creationId xmlns:a16="http://schemas.microsoft.com/office/drawing/2014/main" id="{B0D43314-6EC0-E578-9DC9-3C793A8815D8}"/>
              </a:ext>
            </a:extLst>
          </p:cNvPr>
          <p:cNvSpPr/>
          <p:nvPr/>
        </p:nvSpPr>
        <p:spPr>
          <a:xfrm>
            <a:off x="2321871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3" name="Google Shape;372;p23">
            <a:extLst>
              <a:ext uri="{FF2B5EF4-FFF2-40B4-BE49-F238E27FC236}">
                <a16:creationId xmlns:a16="http://schemas.microsoft.com/office/drawing/2014/main" id="{AB1FDA50-B625-3F25-85CD-012255F6E67A}"/>
              </a:ext>
            </a:extLst>
          </p:cNvPr>
          <p:cNvSpPr/>
          <p:nvPr/>
        </p:nvSpPr>
        <p:spPr>
          <a:xfrm>
            <a:off x="367417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93987A2A-C12C-9FED-1A25-7E450F49B712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0139E13F-986F-D82C-36C1-2E24C37A117F}"/>
              </a:ext>
            </a:extLst>
          </p:cNvPr>
          <p:cNvSpPr/>
          <p:nvPr/>
        </p:nvSpPr>
        <p:spPr>
          <a:xfrm>
            <a:off x="57266" y="470990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59C92812-E027-9BFC-9AAD-F0F4CDCB21D8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30DE7289-9BB4-8969-C967-893B7DE4263B}"/>
              </a:ext>
            </a:extLst>
          </p:cNvPr>
          <p:cNvSpPr txBox="1"/>
          <p:nvPr/>
        </p:nvSpPr>
        <p:spPr>
          <a:xfrm>
            <a:off x="-58762" y="4674932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4D21E6A2-FA9D-911D-F298-B89BA875D8CC}"/>
              </a:ext>
            </a:extLst>
          </p:cNvPr>
          <p:cNvSpPr txBox="1"/>
          <p:nvPr/>
        </p:nvSpPr>
        <p:spPr>
          <a:xfrm>
            <a:off x="1756984" y="466313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418814FC-8522-AE4F-C6D5-7D8A39A1F7F8}"/>
              </a:ext>
            </a:extLst>
          </p:cNvPr>
          <p:cNvSpPr txBox="1"/>
          <p:nvPr/>
        </p:nvSpPr>
        <p:spPr>
          <a:xfrm>
            <a:off x="3658699" y="46537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99BBFE75-2966-7227-63B0-EF1C1D9C2214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4" name="Google Shape;76;p10">
            <a:extLst>
              <a:ext uri="{FF2B5EF4-FFF2-40B4-BE49-F238E27FC236}">
                <a16:creationId xmlns:a16="http://schemas.microsoft.com/office/drawing/2014/main" id="{08C8618D-BEB4-D39B-C538-804EBD132555}"/>
              </a:ext>
            </a:extLst>
          </p:cNvPr>
          <p:cNvSpPr txBox="1"/>
          <p:nvPr/>
        </p:nvSpPr>
        <p:spPr>
          <a:xfrm>
            <a:off x="7366681" y="463167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4688414B-245A-7508-66AA-7EF0663713D2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63DE2EA5-DEA1-18D4-C46C-4DFC8D4BD440}"/>
              </a:ext>
            </a:extLst>
          </p:cNvPr>
          <p:cNvSpPr txBox="1"/>
          <p:nvPr/>
        </p:nvSpPr>
        <p:spPr>
          <a:xfrm>
            <a:off x="-135470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7" name="Google Shape;76;p10">
            <a:extLst>
              <a:ext uri="{FF2B5EF4-FFF2-40B4-BE49-F238E27FC236}">
                <a16:creationId xmlns:a16="http://schemas.microsoft.com/office/drawing/2014/main" id="{D6565E2E-0B75-B22B-2470-E4FBFA0FB348}"/>
              </a:ext>
            </a:extLst>
          </p:cNvPr>
          <p:cNvSpPr txBox="1"/>
          <p:nvPr/>
        </p:nvSpPr>
        <p:spPr>
          <a:xfrm>
            <a:off x="5967625" y="643019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8" name="Google Shape;76;p10">
            <a:extLst>
              <a:ext uri="{FF2B5EF4-FFF2-40B4-BE49-F238E27FC236}">
                <a16:creationId xmlns:a16="http://schemas.microsoft.com/office/drawing/2014/main" id="{D35200E1-39E7-ECA7-F9D0-E5501E04EA57}"/>
              </a:ext>
            </a:extLst>
          </p:cNvPr>
          <p:cNvSpPr txBox="1"/>
          <p:nvPr/>
        </p:nvSpPr>
        <p:spPr>
          <a:xfrm>
            <a:off x="3993435" y="640898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9" name="Google Shape;76;p10">
            <a:extLst>
              <a:ext uri="{FF2B5EF4-FFF2-40B4-BE49-F238E27FC236}">
                <a16:creationId xmlns:a16="http://schemas.microsoft.com/office/drawing/2014/main" id="{B044C625-4884-26DF-466B-70AE3ED57B68}"/>
              </a:ext>
            </a:extLst>
          </p:cNvPr>
          <p:cNvSpPr txBox="1"/>
          <p:nvPr/>
        </p:nvSpPr>
        <p:spPr>
          <a:xfrm>
            <a:off x="2164894" y="641995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0" name="Google Shape;76;p10">
            <a:extLst>
              <a:ext uri="{FF2B5EF4-FFF2-40B4-BE49-F238E27FC236}">
                <a16:creationId xmlns:a16="http://schemas.microsoft.com/office/drawing/2014/main" id="{AADB0ACA-3809-4F97-90FE-CE40704A28B2}"/>
              </a:ext>
            </a:extLst>
          </p:cNvPr>
          <p:cNvSpPr txBox="1"/>
          <p:nvPr/>
        </p:nvSpPr>
        <p:spPr>
          <a:xfrm>
            <a:off x="190704" y="6428881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24" name="صورة 23">
            <a:extLst>
              <a:ext uri="{FF2B5EF4-FFF2-40B4-BE49-F238E27FC236}">
                <a16:creationId xmlns:a16="http://schemas.microsoft.com/office/drawing/2014/main" id="{46F19368-F40D-635E-DD3E-B3B8DDBFE59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75304" y="5078670"/>
            <a:ext cx="1667028" cy="1281214"/>
          </a:xfrm>
          <a:prstGeom prst="rect">
            <a:avLst/>
          </a:prstGeom>
        </p:spPr>
      </p:pic>
      <p:pic>
        <p:nvPicPr>
          <p:cNvPr id="26" name="صورة 25">
            <a:extLst>
              <a:ext uri="{FF2B5EF4-FFF2-40B4-BE49-F238E27FC236}">
                <a16:creationId xmlns:a16="http://schemas.microsoft.com/office/drawing/2014/main" id="{441F991E-1BB5-50B9-BBBA-42C26FE3AA3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408"/>
          <a:stretch>
            <a:fillRect/>
          </a:stretch>
        </p:blipFill>
        <p:spPr>
          <a:xfrm>
            <a:off x="4212749" y="5037147"/>
            <a:ext cx="1657114" cy="1312727"/>
          </a:xfrm>
          <a:prstGeom prst="rect">
            <a:avLst/>
          </a:prstGeom>
        </p:spPr>
      </p:pic>
      <p:sp>
        <p:nvSpPr>
          <p:cNvPr id="10" name="Google Shape;79;p10">
            <a:extLst>
              <a:ext uri="{FF2B5EF4-FFF2-40B4-BE49-F238E27FC236}">
                <a16:creationId xmlns:a16="http://schemas.microsoft.com/office/drawing/2014/main" id="{1D1E0CB0-A350-DC43-23F2-BBAC852009E8}"/>
              </a:ext>
            </a:extLst>
          </p:cNvPr>
          <p:cNvSpPr txBox="1"/>
          <p:nvPr/>
        </p:nvSpPr>
        <p:spPr>
          <a:xfrm>
            <a:off x="3417970" y="850502"/>
            <a:ext cx="4956395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 روضة النور والطفولة المبكرة بابتدائية ومتوسطة الصيابة بنات)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23BB7A36-C32D-777B-7561-55574F759EE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13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95439119-0872-276C-640C-A58809882616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sp>
        <p:nvSpPr>
          <p:cNvPr id="14" name="Google Shape;75;p10">
            <a:extLst>
              <a:ext uri="{FF2B5EF4-FFF2-40B4-BE49-F238E27FC236}">
                <a16:creationId xmlns:a16="http://schemas.microsoft.com/office/drawing/2014/main" id="{DB4B168A-7DD2-4BA9-17C2-0B5D06C1422F}"/>
              </a:ext>
            </a:extLst>
          </p:cNvPr>
          <p:cNvSpPr txBox="1"/>
          <p:nvPr/>
        </p:nvSpPr>
        <p:spPr>
          <a:xfrm>
            <a:off x="3146590" y="456265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5" name="Google Shape;132;p1">
            <a:extLst>
              <a:ext uri="{FF2B5EF4-FFF2-40B4-BE49-F238E27FC236}">
                <a16:creationId xmlns:a16="http://schemas.microsoft.com/office/drawing/2014/main" id="{A9D15D89-61F9-F549-5F0A-8188CD933EE6}"/>
              </a:ext>
            </a:extLst>
          </p:cNvPr>
          <p:cNvPicPr preferRelativeResize="0"/>
          <p:nvPr/>
        </p:nvPicPr>
        <p:blipFill rotWithShape="1"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شكل حر: شكل 30">
            <a:extLst>
              <a:ext uri="{FF2B5EF4-FFF2-40B4-BE49-F238E27FC236}">
                <a16:creationId xmlns:a16="http://schemas.microsoft.com/office/drawing/2014/main" id="{0E8E33B6-B639-622B-4AFB-22E653FF0CE7}"/>
              </a:ext>
            </a:extLst>
          </p:cNvPr>
          <p:cNvSpPr/>
          <p:nvPr/>
        </p:nvSpPr>
        <p:spPr>
          <a:xfrm rot="2700000">
            <a:off x="9647363" y="692049"/>
            <a:ext cx="4753477" cy="4278591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blipFill dpi="0"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000"/>
            </a:stretch>
          </a:blipFill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1" eaLnBrk="1" latinLnBrk="0" hangingPunct="1"/>
            <a:endParaRPr lang="ar-SA"/>
          </a:p>
        </p:txBody>
      </p:sp>
      <p:pic>
        <p:nvPicPr>
          <p:cNvPr id="18" name="صورة 25">
            <a:extLst>
              <a:ext uri="{FF2B5EF4-FFF2-40B4-BE49-F238E27FC236}">
                <a16:creationId xmlns:a16="http://schemas.microsoft.com/office/drawing/2014/main" id="{5BD64B14-25CD-1D6D-89CF-A4EB80A6136F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53"/>
          <a:stretch>
            <a:fillRect/>
          </a:stretch>
        </p:blipFill>
        <p:spPr>
          <a:xfrm>
            <a:off x="2317277" y="5037146"/>
            <a:ext cx="1657113" cy="1302485"/>
          </a:xfrm>
          <a:prstGeom prst="rect">
            <a:avLst/>
          </a:prstGeom>
        </p:spPr>
      </p:pic>
      <p:pic>
        <p:nvPicPr>
          <p:cNvPr id="7" name="صورة 25">
            <a:extLst>
              <a:ext uri="{FF2B5EF4-FFF2-40B4-BE49-F238E27FC236}">
                <a16:creationId xmlns:a16="http://schemas.microsoft.com/office/drawing/2014/main" id="{EDD265B3-886E-8508-91E7-FD4D92689BC2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2967" y="5037147"/>
            <a:ext cx="1657113" cy="1269471"/>
          </a:xfrm>
          <a:prstGeom prst="rect">
            <a:avLst/>
          </a:prstGeom>
        </p:spPr>
      </p:pic>
      <p:sp>
        <p:nvSpPr>
          <p:cNvPr id="11" name="Google Shape;75;p10">
            <a:extLst>
              <a:ext uri="{FF2B5EF4-FFF2-40B4-BE49-F238E27FC236}">
                <a16:creationId xmlns:a16="http://schemas.microsoft.com/office/drawing/2014/main" id="{63D89087-B2C1-D627-6CE7-0F69B7F4E59D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6" name="Google Shape;76;p10">
            <a:extLst>
              <a:ext uri="{FF2B5EF4-FFF2-40B4-BE49-F238E27FC236}">
                <a16:creationId xmlns:a16="http://schemas.microsoft.com/office/drawing/2014/main" id="{A0B2FD71-92D2-B707-61CD-2D5E37619AA1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29" name="صورة 4">
            <a:extLst>
              <a:ext uri="{FF2B5EF4-FFF2-40B4-BE49-F238E27FC236}">
                <a16:creationId xmlns:a16="http://schemas.microsoft.com/office/drawing/2014/main" id="{313BBA17-7C0B-89F1-AC41-6472A7ECF1A0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981"/>
          <a:stretch>
            <a:fillRect/>
          </a:stretch>
        </p:blipFill>
        <p:spPr>
          <a:xfrm>
            <a:off x="3830339" y="1541362"/>
            <a:ext cx="1615004" cy="1245280"/>
          </a:xfrm>
          <a:prstGeom prst="rect">
            <a:avLst/>
          </a:prstGeom>
        </p:spPr>
      </p:pic>
      <p:pic>
        <p:nvPicPr>
          <p:cNvPr id="30" name="صورة 32">
            <a:extLst>
              <a:ext uri="{FF2B5EF4-FFF2-40B4-BE49-F238E27FC236}">
                <a16:creationId xmlns:a16="http://schemas.microsoft.com/office/drawing/2014/main" id="{0FFBBF0B-A028-036F-4246-4F5A5EE93D3D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505"/>
          <a:stretch>
            <a:fillRect/>
          </a:stretch>
        </p:blipFill>
        <p:spPr>
          <a:xfrm>
            <a:off x="5692868" y="3323191"/>
            <a:ext cx="1649362" cy="1273984"/>
          </a:xfrm>
          <a:prstGeom prst="rect">
            <a:avLst/>
          </a:prstGeom>
        </p:spPr>
      </p:pic>
      <p:pic>
        <p:nvPicPr>
          <p:cNvPr id="31" name="صورة 33">
            <a:extLst>
              <a:ext uri="{FF2B5EF4-FFF2-40B4-BE49-F238E27FC236}">
                <a16:creationId xmlns:a16="http://schemas.microsoft.com/office/drawing/2014/main" id="{4EF78A1E-064C-06B9-58EA-2A4A06AC39D5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091"/>
          <a:stretch>
            <a:fillRect/>
          </a:stretch>
        </p:blipFill>
        <p:spPr>
          <a:xfrm>
            <a:off x="5660077" y="1541362"/>
            <a:ext cx="1683145" cy="1245279"/>
          </a:xfrm>
          <a:prstGeom prst="rect">
            <a:avLst/>
          </a:prstGeom>
        </p:spPr>
      </p:pic>
      <p:pic>
        <p:nvPicPr>
          <p:cNvPr id="32" name="صورة 4">
            <a:extLst>
              <a:ext uri="{FF2B5EF4-FFF2-40B4-BE49-F238E27FC236}">
                <a16:creationId xmlns:a16="http://schemas.microsoft.com/office/drawing/2014/main" id="{0A1AD800-2A78-DF7E-60A9-625CAAA67732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993"/>
          <a:stretch>
            <a:fillRect/>
          </a:stretch>
        </p:blipFill>
        <p:spPr>
          <a:xfrm>
            <a:off x="7537414" y="1566504"/>
            <a:ext cx="1649362" cy="1245864"/>
          </a:xfrm>
          <a:prstGeom prst="rect">
            <a:avLst/>
          </a:prstGeom>
        </p:spPr>
      </p:pic>
      <p:pic>
        <p:nvPicPr>
          <p:cNvPr id="33" name="صورة 33">
            <a:extLst>
              <a:ext uri="{FF2B5EF4-FFF2-40B4-BE49-F238E27FC236}">
                <a16:creationId xmlns:a16="http://schemas.microsoft.com/office/drawing/2014/main" id="{9023BB12-889D-C690-E075-42DC592EF461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803"/>
          <a:stretch>
            <a:fillRect/>
          </a:stretch>
        </p:blipFill>
        <p:spPr>
          <a:xfrm>
            <a:off x="1892509" y="1500638"/>
            <a:ext cx="1662945" cy="1268542"/>
          </a:xfrm>
          <a:prstGeom prst="rect">
            <a:avLst/>
          </a:prstGeom>
        </p:spPr>
      </p:pic>
      <p:pic>
        <p:nvPicPr>
          <p:cNvPr id="34" name="صورة 4">
            <a:extLst>
              <a:ext uri="{FF2B5EF4-FFF2-40B4-BE49-F238E27FC236}">
                <a16:creationId xmlns:a16="http://schemas.microsoft.com/office/drawing/2014/main" id="{4318AB7E-CB63-1C5D-608B-B8082C89950F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4335"/>
          <a:stretch>
            <a:fillRect/>
          </a:stretch>
        </p:blipFill>
        <p:spPr>
          <a:xfrm>
            <a:off x="1909563" y="3336091"/>
            <a:ext cx="1657004" cy="1270878"/>
          </a:xfrm>
          <a:prstGeom prst="rect">
            <a:avLst/>
          </a:prstGeom>
        </p:spPr>
      </p:pic>
      <p:pic>
        <p:nvPicPr>
          <p:cNvPr id="35" name="صورة 4">
            <a:extLst>
              <a:ext uri="{FF2B5EF4-FFF2-40B4-BE49-F238E27FC236}">
                <a16:creationId xmlns:a16="http://schemas.microsoft.com/office/drawing/2014/main" id="{D9D252C1-3BB9-70A7-6418-20B0F6F99197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258"/>
          <a:stretch>
            <a:fillRect/>
          </a:stretch>
        </p:blipFill>
        <p:spPr>
          <a:xfrm>
            <a:off x="161685" y="3346330"/>
            <a:ext cx="1576039" cy="1217479"/>
          </a:xfrm>
          <a:prstGeom prst="rect">
            <a:avLst/>
          </a:prstGeom>
        </p:spPr>
      </p:pic>
      <p:pic>
        <p:nvPicPr>
          <p:cNvPr id="37" name="صورة 4">
            <a:extLst>
              <a:ext uri="{FF2B5EF4-FFF2-40B4-BE49-F238E27FC236}">
                <a16:creationId xmlns:a16="http://schemas.microsoft.com/office/drawing/2014/main" id="{36C5D7F6-CE85-764B-84D0-ED6DA006E105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68227" y="3328247"/>
            <a:ext cx="1672985" cy="1255881"/>
          </a:xfrm>
          <a:prstGeom prst="rect">
            <a:avLst/>
          </a:prstGeom>
        </p:spPr>
      </p:pic>
      <p:pic>
        <p:nvPicPr>
          <p:cNvPr id="38" name="صورة 32">
            <a:extLst>
              <a:ext uri="{FF2B5EF4-FFF2-40B4-BE49-F238E27FC236}">
                <a16:creationId xmlns:a16="http://schemas.microsoft.com/office/drawing/2014/main" id="{923862A4-30E4-6D7D-9C29-7FA190605CA7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194"/>
          <a:stretch>
            <a:fillRect/>
          </a:stretch>
        </p:blipFill>
        <p:spPr>
          <a:xfrm>
            <a:off x="7530169" y="3323191"/>
            <a:ext cx="1649363" cy="1318729"/>
          </a:xfrm>
          <a:prstGeom prst="rect">
            <a:avLst/>
          </a:prstGeom>
        </p:spPr>
      </p:pic>
      <p:pic>
        <p:nvPicPr>
          <p:cNvPr id="41" name="صورة 31">
            <a:extLst>
              <a:ext uri="{FF2B5EF4-FFF2-40B4-BE49-F238E27FC236}">
                <a16:creationId xmlns:a16="http://schemas.microsoft.com/office/drawing/2014/main" id="{978049BF-9DED-8572-C080-FE8971D1ECF8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119"/>
          <a:stretch>
            <a:fillRect/>
          </a:stretch>
        </p:blipFill>
        <p:spPr>
          <a:xfrm>
            <a:off x="94884" y="1500638"/>
            <a:ext cx="1643384" cy="1286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4746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8D217-08F5-8795-E588-99B1DB4B3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DFB77CDD-0ADE-698D-D37B-45364E6811D0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marL="0" algn="ctr" defTabSz="914400" rtl="0" eaLnBrk="1" latinLnBrk="0" hangingPunct="1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FAC2B389-01A0-1517-0819-4C905BD1B776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57A410FD-526C-1611-41FB-B2A3091DB9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2D259A82-3A08-3DD5-D1D7-ECC6BBD8B468}"/>
              </a:ext>
            </a:extLst>
          </p:cNvPr>
          <p:cNvGrpSpPr/>
          <p:nvPr/>
        </p:nvGrpSpPr>
        <p:grpSpPr>
          <a:xfrm>
            <a:off x="0" y="6658993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64A00E16-886F-41B5-B8A9-7429776795E6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1D91934D-BA83-1D7C-66BE-6B6D1CB38678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75" name="Google Shape;79;p10">
            <a:extLst>
              <a:ext uri="{FF2B5EF4-FFF2-40B4-BE49-F238E27FC236}">
                <a16:creationId xmlns:a16="http://schemas.microsoft.com/office/drawing/2014/main" id="{25079FA5-F6CF-0359-9BDD-45F701FFF1BE}"/>
              </a:ext>
            </a:extLst>
          </p:cNvPr>
          <p:cNvSpPr txBox="1"/>
          <p:nvPr/>
        </p:nvSpPr>
        <p:spPr>
          <a:xfrm>
            <a:off x="3402331" y="804123"/>
            <a:ext cx="4956395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400" b="1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 </a:t>
            </a: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المتوسطة الأولى بالعارضة بنات</a:t>
            </a:r>
            <a:r>
              <a:rPr lang="ar-SA" sz="1400" b="1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شكل حر: شكل 30">
            <a:extLst>
              <a:ext uri="{FF2B5EF4-FFF2-40B4-BE49-F238E27FC236}">
                <a16:creationId xmlns:a16="http://schemas.microsoft.com/office/drawing/2014/main" id="{25CE690F-672D-C772-9320-6F46B132DEE8}"/>
              </a:ext>
            </a:extLst>
          </p:cNvPr>
          <p:cNvSpPr/>
          <p:nvPr/>
        </p:nvSpPr>
        <p:spPr>
          <a:xfrm rot="2700000">
            <a:off x="9647363" y="692049"/>
            <a:ext cx="4753477" cy="4278591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blipFill dpi="0" rotWithShape="0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0" eaLnBrk="1" latinLnBrk="0" hangingPunct="1"/>
            <a:endParaRPr lang="ar-SA"/>
          </a:p>
        </p:txBody>
      </p: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3D3D182D-C186-4DEE-F805-2BBB54B2BEE0}"/>
              </a:ext>
            </a:extLst>
          </p:cNvPr>
          <p:cNvSpPr txBox="1"/>
          <p:nvPr/>
        </p:nvSpPr>
        <p:spPr>
          <a:xfrm>
            <a:off x="9664477" y="6221950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875E5545-BEEF-7CBC-61F5-378A0D740889}"/>
              </a:ext>
            </a:extLst>
          </p:cNvPr>
          <p:cNvSpPr/>
          <p:nvPr/>
        </p:nvSpPr>
        <p:spPr>
          <a:xfrm>
            <a:off x="7530169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FCD263BD-9C7E-314C-5B4C-E0D9D7FFE6CF}"/>
              </a:ext>
            </a:extLst>
          </p:cNvPr>
          <p:cNvSpPr txBox="1"/>
          <p:nvPr/>
        </p:nvSpPr>
        <p:spPr>
          <a:xfrm>
            <a:off x="7342230" y="28241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7972DC30-8E9A-A140-84C8-C8D2D253D0AC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F27122BD-9CE9-D0F1-A612-812449C247EC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42CAEE1B-453F-7343-23AF-9A74BCE82A71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087BB4D0-052E-0B30-BC87-5EA34F7644EB}"/>
              </a:ext>
            </a:extLst>
          </p:cNvPr>
          <p:cNvSpPr txBox="1"/>
          <p:nvPr/>
        </p:nvSpPr>
        <p:spPr>
          <a:xfrm>
            <a:off x="8868189" y="4748791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AB125197-1863-D848-8B2C-C7377B0B61C8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7" name="Google Shape;372;p23">
            <a:extLst>
              <a:ext uri="{FF2B5EF4-FFF2-40B4-BE49-F238E27FC236}">
                <a16:creationId xmlns:a16="http://schemas.microsoft.com/office/drawing/2014/main" id="{046A2461-3D87-5171-EB57-EA449EA27787}"/>
              </a:ext>
            </a:extLst>
          </p:cNvPr>
          <p:cNvSpPr/>
          <p:nvPr/>
        </p:nvSpPr>
        <p:spPr>
          <a:xfrm>
            <a:off x="6086992" y="646423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0B05AC19-D5C8-E4B6-5501-8DC7173DC8ED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D84E3389-4B46-1C22-24AA-957CF021582F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C78658CB-8F82-22EA-F642-31F04EEA3F0C}"/>
              </a:ext>
            </a:extLst>
          </p:cNvPr>
          <p:cNvSpPr/>
          <p:nvPr/>
        </p:nvSpPr>
        <p:spPr>
          <a:xfrm>
            <a:off x="3784099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372;p23">
            <a:extLst>
              <a:ext uri="{FF2B5EF4-FFF2-40B4-BE49-F238E27FC236}">
                <a16:creationId xmlns:a16="http://schemas.microsoft.com/office/drawing/2014/main" id="{078F858A-D309-EF12-51AE-F594107C1339}"/>
              </a:ext>
            </a:extLst>
          </p:cNvPr>
          <p:cNvSpPr/>
          <p:nvPr/>
        </p:nvSpPr>
        <p:spPr>
          <a:xfrm>
            <a:off x="4199473" y="642998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76" name="صورة 4">
            <a:extLst>
              <a:ext uri="{FF2B5EF4-FFF2-40B4-BE49-F238E27FC236}">
                <a16:creationId xmlns:a16="http://schemas.microsoft.com/office/drawing/2014/main" id="{EC6554DC-38A7-5CBB-A7D7-B8A16932FD9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180054" y="5018393"/>
            <a:ext cx="1708189" cy="1284786"/>
          </a:xfrm>
          <a:prstGeom prst="rect">
            <a:avLst/>
          </a:prstGeom>
        </p:spPr>
      </p:pic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F163D0E7-F026-64D0-68BA-BD5E4E67980E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BCE4290A-9FB0-4848-D77C-B68DD0D295BA}"/>
              </a:ext>
            </a:extLst>
          </p:cNvPr>
          <p:cNvSpPr/>
          <p:nvPr/>
        </p:nvSpPr>
        <p:spPr>
          <a:xfrm>
            <a:off x="1915930" y="470604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372;p23">
            <a:extLst>
              <a:ext uri="{FF2B5EF4-FFF2-40B4-BE49-F238E27FC236}">
                <a16:creationId xmlns:a16="http://schemas.microsoft.com/office/drawing/2014/main" id="{C04989FB-898B-738E-4B3E-26AE5BCFB587}"/>
              </a:ext>
            </a:extLst>
          </p:cNvPr>
          <p:cNvSpPr/>
          <p:nvPr/>
        </p:nvSpPr>
        <p:spPr>
          <a:xfrm>
            <a:off x="2321871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3" name="Google Shape;372;p23">
            <a:extLst>
              <a:ext uri="{FF2B5EF4-FFF2-40B4-BE49-F238E27FC236}">
                <a16:creationId xmlns:a16="http://schemas.microsoft.com/office/drawing/2014/main" id="{A14BA006-68ED-D6AD-1C86-5F517D8BAEB9}"/>
              </a:ext>
            </a:extLst>
          </p:cNvPr>
          <p:cNvSpPr/>
          <p:nvPr/>
        </p:nvSpPr>
        <p:spPr>
          <a:xfrm>
            <a:off x="367417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C0E909BE-95B1-5048-8EDC-FF6CCDE5314E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E126DAE4-3303-AD29-F090-E4B0782214F7}"/>
              </a:ext>
            </a:extLst>
          </p:cNvPr>
          <p:cNvSpPr/>
          <p:nvPr/>
        </p:nvSpPr>
        <p:spPr>
          <a:xfrm>
            <a:off x="57266" y="470930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2F292F37-3C4C-B133-1A65-EBE8B16AE786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DCA87080-BF27-7E72-34D9-458C433B5DE6}"/>
              </a:ext>
            </a:extLst>
          </p:cNvPr>
          <p:cNvSpPr txBox="1"/>
          <p:nvPr/>
        </p:nvSpPr>
        <p:spPr>
          <a:xfrm>
            <a:off x="-35084" y="466140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673B93DF-A892-573D-B635-0268A894E7AA}"/>
              </a:ext>
            </a:extLst>
          </p:cNvPr>
          <p:cNvSpPr txBox="1"/>
          <p:nvPr/>
        </p:nvSpPr>
        <p:spPr>
          <a:xfrm>
            <a:off x="1756984" y="466313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2981DED6-6414-F737-628A-986D9DA6CB43}"/>
              </a:ext>
            </a:extLst>
          </p:cNvPr>
          <p:cNvSpPr txBox="1"/>
          <p:nvPr/>
        </p:nvSpPr>
        <p:spPr>
          <a:xfrm>
            <a:off x="3658699" y="46537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85557BC3-2025-D6D5-4438-B02F7841A283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4" name="Google Shape;76;p10">
            <a:extLst>
              <a:ext uri="{FF2B5EF4-FFF2-40B4-BE49-F238E27FC236}">
                <a16:creationId xmlns:a16="http://schemas.microsoft.com/office/drawing/2014/main" id="{B17B6EBB-A2CC-EEB8-1766-7E59F644AFB4}"/>
              </a:ext>
            </a:extLst>
          </p:cNvPr>
          <p:cNvSpPr txBox="1"/>
          <p:nvPr/>
        </p:nvSpPr>
        <p:spPr>
          <a:xfrm>
            <a:off x="7366681" y="463167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49DB9867-3336-8141-7D8F-B84059A6DFF6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AE23ECB9-B8F6-E704-AFE1-7B142AE05AFB}"/>
              </a:ext>
            </a:extLst>
          </p:cNvPr>
          <p:cNvSpPr txBox="1"/>
          <p:nvPr/>
        </p:nvSpPr>
        <p:spPr>
          <a:xfrm>
            <a:off x="-72490" y="285232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7" name="Google Shape;76;p10">
            <a:extLst>
              <a:ext uri="{FF2B5EF4-FFF2-40B4-BE49-F238E27FC236}">
                <a16:creationId xmlns:a16="http://schemas.microsoft.com/office/drawing/2014/main" id="{A6164F35-76A1-7783-0BC4-2C91E6B1DE19}"/>
              </a:ext>
            </a:extLst>
          </p:cNvPr>
          <p:cNvSpPr txBox="1"/>
          <p:nvPr/>
        </p:nvSpPr>
        <p:spPr>
          <a:xfrm>
            <a:off x="5967625" y="643019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8" name="Google Shape;76;p10">
            <a:extLst>
              <a:ext uri="{FF2B5EF4-FFF2-40B4-BE49-F238E27FC236}">
                <a16:creationId xmlns:a16="http://schemas.microsoft.com/office/drawing/2014/main" id="{A7225BEF-E9D7-9FCB-2702-4ED32182F9C4}"/>
              </a:ext>
            </a:extLst>
          </p:cNvPr>
          <p:cNvSpPr txBox="1"/>
          <p:nvPr/>
        </p:nvSpPr>
        <p:spPr>
          <a:xfrm>
            <a:off x="3993435" y="640898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9" name="Google Shape;76;p10">
            <a:extLst>
              <a:ext uri="{FF2B5EF4-FFF2-40B4-BE49-F238E27FC236}">
                <a16:creationId xmlns:a16="http://schemas.microsoft.com/office/drawing/2014/main" id="{FC6C1684-C758-8C93-8B45-31AF55135C62}"/>
              </a:ext>
            </a:extLst>
          </p:cNvPr>
          <p:cNvSpPr txBox="1"/>
          <p:nvPr/>
        </p:nvSpPr>
        <p:spPr>
          <a:xfrm>
            <a:off x="2164894" y="641995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0" name="Google Shape;76;p10">
            <a:extLst>
              <a:ext uri="{FF2B5EF4-FFF2-40B4-BE49-F238E27FC236}">
                <a16:creationId xmlns:a16="http://schemas.microsoft.com/office/drawing/2014/main" id="{6E7F9F7F-7E86-1C8D-C90F-91774CB8BF3A}"/>
              </a:ext>
            </a:extLst>
          </p:cNvPr>
          <p:cNvSpPr txBox="1"/>
          <p:nvPr/>
        </p:nvSpPr>
        <p:spPr>
          <a:xfrm>
            <a:off x="190704" y="6428881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7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9D98A225-11AF-897B-9687-E697351C2B3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19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C44247AB-FE59-4E69-2302-A4FAF236B876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sp>
        <p:nvSpPr>
          <p:cNvPr id="20" name="Google Shape;75;p10">
            <a:extLst>
              <a:ext uri="{FF2B5EF4-FFF2-40B4-BE49-F238E27FC236}">
                <a16:creationId xmlns:a16="http://schemas.microsoft.com/office/drawing/2014/main" id="{A9280B03-9DFA-9446-F91B-8B65F4918919}"/>
              </a:ext>
            </a:extLst>
          </p:cNvPr>
          <p:cNvSpPr txBox="1"/>
          <p:nvPr/>
        </p:nvSpPr>
        <p:spPr>
          <a:xfrm>
            <a:off x="3285357" y="466219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21" name="Google Shape;132;p1">
            <a:extLst>
              <a:ext uri="{FF2B5EF4-FFF2-40B4-BE49-F238E27FC236}">
                <a16:creationId xmlns:a16="http://schemas.microsoft.com/office/drawing/2014/main" id="{1793DAB4-0EA5-AA9F-6A31-A1604BA13D62}"/>
              </a:ext>
            </a:extLst>
          </p:cNvPr>
          <p:cNvPicPr preferRelativeResize="0"/>
          <p:nvPr/>
        </p:nvPicPr>
        <p:blipFill rotWithShape="1"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75;p10">
            <a:extLst>
              <a:ext uri="{FF2B5EF4-FFF2-40B4-BE49-F238E27FC236}">
                <a16:creationId xmlns:a16="http://schemas.microsoft.com/office/drawing/2014/main" id="{98724A0F-22D1-C8C9-13A4-9438F76F1F60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" name="Google Shape;76;p10">
            <a:extLst>
              <a:ext uri="{FF2B5EF4-FFF2-40B4-BE49-F238E27FC236}">
                <a16:creationId xmlns:a16="http://schemas.microsoft.com/office/drawing/2014/main" id="{03C4D834-21E7-2104-B46F-9A99FA5E3A31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3" name="صورة 4">
            <a:extLst>
              <a:ext uri="{FF2B5EF4-FFF2-40B4-BE49-F238E27FC236}">
                <a16:creationId xmlns:a16="http://schemas.microsoft.com/office/drawing/2014/main" id="{D889CD12-5F13-EF06-125F-19C8FEFBB34D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22473" y="5018393"/>
            <a:ext cx="1595162" cy="1316243"/>
          </a:xfrm>
          <a:prstGeom prst="rect">
            <a:avLst/>
          </a:prstGeom>
        </p:spPr>
      </p:pic>
      <p:pic>
        <p:nvPicPr>
          <p:cNvPr id="8" name="صورة 4">
            <a:extLst>
              <a:ext uri="{FF2B5EF4-FFF2-40B4-BE49-F238E27FC236}">
                <a16:creationId xmlns:a16="http://schemas.microsoft.com/office/drawing/2014/main" id="{8A162564-5BFB-23B0-1D7B-C284B1B6CCA5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00383" y="5018394"/>
            <a:ext cx="1667030" cy="1274369"/>
          </a:xfrm>
          <a:prstGeom prst="rect">
            <a:avLst/>
          </a:prstGeom>
        </p:spPr>
      </p:pic>
      <p:pic>
        <p:nvPicPr>
          <p:cNvPr id="5" name="صورة 4">
            <a:extLst>
              <a:ext uri="{FF2B5EF4-FFF2-40B4-BE49-F238E27FC236}">
                <a16:creationId xmlns:a16="http://schemas.microsoft.com/office/drawing/2014/main" id="{75613020-FD7D-AE65-9D98-83D6EAB368AE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441"/>
          <a:stretch>
            <a:fillRect/>
          </a:stretch>
        </p:blipFill>
        <p:spPr>
          <a:xfrm>
            <a:off x="331504" y="5018393"/>
            <a:ext cx="1734649" cy="1264127"/>
          </a:xfrm>
          <a:prstGeom prst="rect">
            <a:avLst/>
          </a:prstGeom>
        </p:spPr>
      </p:pic>
      <p:pic>
        <p:nvPicPr>
          <p:cNvPr id="14" name="صورة 4">
            <a:extLst>
              <a:ext uri="{FF2B5EF4-FFF2-40B4-BE49-F238E27FC236}">
                <a16:creationId xmlns:a16="http://schemas.microsoft.com/office/drawing/2014/main" id="{E8B84AFC-1B87-7232-9678-E8E62F0B732F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933"/>
          <a:stretch>
            <a:fillRect/>
          </a:stretch>
        </p:blipFill>
        <p:spPr>
          <a:xfrm>
            <a:off x="1935747" y="1473891"/>
            <a:ext cx="1685891" cy="1259642"/>
          </a:xfrm>
          <a:prstGeom prst="rect">
            <a:avLst/>
          </a:prstGeom>
        </p:spPr>
      </p:pic>
      <p:pic>
        <p:nvPicPr>
          <p:cNvPr id="24" name="صورة 4">
            <a:extLst>
              <a:ext uri="{FF2B5EF4-FFF2-40B4-BE49-F238E27FC236}">
                <a16:creationId xmlns:a16="http://schemas.microsoft.com/office/drawing/2014/main" id="{3DA06BA6-2245-1E41-40C2-B99B5F96BEE4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093"/>
          <a:stretch>
            <a:fillRect/>
          </a:stretch>
        </p:blipFill>
        <p:spPr>
          <a:xfrm>
            <a:off x="102626" y="1464973"/>
            <a:ext cx="1695409" cy="1268559"/>
          </a:xfrm>
          <a:prstGeom prst="rect">
            <a:avLst/>
          </a:prstGeom>
        </p:spPr>
      </p:pic>
      <p:pic>
        <p:nvPicPr>
          <p:cNvPr id="26" name="صورة 4">
            <a:extLst>
              <a:ext uri="{FF2B5EF4-FFF2-40B4-BE49-F238E27FC236}">
                <a16:creationId xmlns:a16="http://schemas.microsoft.com/office/drawing/2014/main" id="{7AA62A50-8186-DAB1-CD1A-D8D0000F59AA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84710" y="3286901"/>
            <a:ext cx="1665612" cy="1281990"/>
          </a:xfrm>
          <a:prstGeom prst="rect">
            <a:avLst/>
          </a:prstGeom>
        </p:spPr>
      </p:pic>
      <p:pic>
        <p:nvPicPr>
          <p:cNvPr id="28" name="صورة 4">
            <a:extLst>
              <a:ext uri="{FF2B5EF4-FFF2-40B4-BE49-F238E27FC236}">
                <a16:creationId xmlns:a16="http://schemas.microsoft.com/office/drawing/2014/main" id="{9A91CB82-DDEF-42F7-A035-799E5FAED038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16099" y="1479808"/>
            <a:ext cx="1625114" cy="1259642"/>
          </a:xfrm>
          <a:prstGeom prst="rect">
            <a:avLst/>
          </a:prstGeom>
        </p:spPr>
      </p:pic>
      <p:pic>
        <p:nvPicPr>
          <p:cNvPr id="29" name="صورة 4">
            <a:extLst>
              <a:ext uri="{FF2B5EF4-FFF2-40B4-BE49-F238E27FC236}">
                <a16:creationId xmlns:a16="http://schemas.microsoft.com/office/drawing/2014/main" id="{55CEEAB4-A0AE-44BA-8CBD-56ECEC7CEF27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70198" y="1480683"/>
            <a:ext cx="1672032" cy="1273779"/>
          </a:xfrm>
          <a:prstGeom prst="rect">
            <a:avLst/>
          </a:prstGeom>
        </p:spPr>
      </p:pic>
      <p:pic>
        <p:nvPicPr>
          <p:cNvPr id="30" name="صورة 4">
            <a:extLst>
              <a:ext uri="{FF2B5EF4-FFF2-40B4-BE49-F238E27FC236}">
                <a16:creationId xmlns:a16="http://schemas.microsoft.com/office/drawing/2014/main" id="{1F17A9A2-CB49-22B7-E156-2A9DB9775CAC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784099" y="3262263"/>
            <a:ext cx="1665612" cy="1264754"/>
          </a:xfrm>
          <a:prstGeom prst="rect">
            <a:avLst/>
          </a:prstGeom>
        </p:spPr>
      </p:pic>
      <p:pic>
        <p:nvPicPr>
          <p:cNvPr id="32" name="صورة 4">
            <a:extLst>
              <a:ext uri="{FF2B5EF4-FFF2-40B4-BE49-F238E27FC236}">
                <a16:creationId xmlns:a16="http://schemas.microsoft.com/office/drawing/2014/main" id="{7948B9F8-1EC1-98A2-B67E-5BA94F0F026D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03337" y="1511860"/>
            <a:ext cx="1648616" cy="1226390"/>
          </a:xfrm>
          <a:prstGeom prst="rect">
            <a:avLst/>
          </a:prstGeom>
        </p:spPr>
      </p:pic>
      <p:pic>
        <p:nvPicPr>
          <p:cNvPr id="33" name="صورة 4">
            <a:extLst>
              <a:ext uri="{FF2B5EF4-FFF2-40B4-BE49-F238E27FC236}">
                <a16:creationId xmlns:a16="http://schemas.microsoft.com/office/drawing/2014/main" id="{65F31A4E-D955-779E-9A68-7509A7F40B11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29317" y="3275301"/>
            <a:ext cx="1644851" cy="1281990"/>
          </a:xfrm>
          <a:prstGeom prst="rect">
            <a:avLst/>
          </a:prstGeom>
        </p:spPr>
      </p:pic>
      <p:pic>
        <p:nvPicPr>
          <p:cNvPr id="34" name="صورة 4">
            <a:extLst>
              <a:ext uri="{FF2B5EF4-FFF2-40B4-BE49-F238E27FC236}">
                <a16:creationId xmlns:a16="http://schemas.microsoft.com/office/drawing/2014/main" id="{5E7F7173-D731-957A-7B64-1CFE517A0864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27397" y="3249394"/>
            <a:ext cx="1674503" cy="1277623"/>
          </a:xfrm>
          <a:prstGeom prst="rect">
            <a:avLst/>
          </a:prstGeom>
        </p:spPr>
      </p:pic>
      <p:pic>
        <p:nvPicPr>
          <p:cNvPr id="35" name="صورة 4">
            <a:extLst>
              <a:ext uri="{FF2B5EF4-FFF2-40B4-BE49-F238E27FC236}">
                <a16:creationId xmlns:a16="http://schemas.microsoft.com/office/drawing/2014/main" id="{BC94490E-0C80-E8C8-EE98-22E1FC0AAAEE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267" y="3291352"/>
            <a:ext cx="1657114" cy="1258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2075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89B5D-8CDC-3A67-AF0F-992EA74E4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2E7EBBB9-4E3B-CCAB-D048-384E96849604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marL="0" algn="ctr" defTabSz="914400" rtl="1" eaLnBrk="1" latinLnBrk="0" hangingPunct="1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749699C0-97E8-8F01-C529-92483738A950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0" eaLnBrk="1" latinLnBrk="0" hangingPunct="1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DD9A9974-065C-A689-EC45-00F9FE04D1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821C87D9-E83A-90B0-F20E-2F6A728BFDE7}"/>
              </a:ext>
            </a:extLst>
          </p:cNvPr>
          <p:cNvGrpSpPr/>
          <p:nvPr/>
        </p:nvGrpSpPr>
        <p:grpSpPr>
          <a:xfrm>
            <a:off x="0" y="6708656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AF828E9C-FAC1-D7A2-3E25-E652C74B63FF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5CEC2D4A-DE23-C8FF-D089-720F279C4D98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75" name="Google Shape;79;p10">
            <a:extLst>
              <a:ext uri="{FF2B5EF4-FFF2-40B4-BE49-F238E27FC236}">
                <a16:creationId xmlns:a16="http://schemas.microsoft.com/office/drawing/2014/main" id="{E338906A-3C45-2AF4-39DF-A1EB86A9AACE}"/>
              </a:ext>
            </a:extLst>
          </p:cNvPr>
          <p:cNvSpPr txBox="1"/>
          <p:nvPr/>
        </p:nvSpPr>
        <p:spPr>
          <a:xfrm>
            <a:off x="3402331" y="804123"/>
            <a:ext cx="4956395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400" b="1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 </a:t>
            </a: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متوسطة سمية بنت خياط بنات</a:t>
            </a:r>
            <a:r>
              <a:rPr lang="ar-SA" sz="1400" b="1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شكل حر: شكل 30">
            <a:extLst>
              <a:ext uri="{FF2B5EF4-FFF2-40B4-BE49-F238E27FC236}">
                <a16:creationId xmlns:a16="http://schemas.microsoft.com/office/drawing/2014/main" id="{29BE8BAF-BC3D-3350-6669-CA471F36F44C}"/>
              </a:ext>
            </a:extLst>
          </p:cNvPr>
          <p:cNvSpPr/>
          <p:nvPr/>
        </p:nvSpPr>
        <p:spPr>
          <a:xfrm rot="2700000">
            <a:off x="9666127" y="706428"/>
            <a:ext cx="4753477" cy="4278591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blipFill dpi="0" rotWithShape="0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1" eaLnBrk="1" latinLnBrk="0" hangingPunct="1"/>
            <a:endParaRPr lang="ar-SA"/>
          </a:p>
        </p:txBody>
      </p: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C4A7D17E-5C08-2E7C-1912-7D893C1C7CAD}"/>
              </a:ext>
            </a:extLst>
          </p:cNvPr>
          <p:cNvSpPr txBox="1"/>
          <p:nvPr/>
        </p:nvSpPr>
        <p:spPr>
          <a:xfrm>
            <a:off x="9655606" y="6222234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E052A643-C0E9-3479-05A8-3023FEDDEEB4}"/>
              </a:ext>
            </a:extLst>
          </p:cNvPr>
          <p:cNvSpPr/>
          <p:nvPr/>
        </p:nvSpPr>
        <p:spPr>
          <a:xfrm>
            <a:off x="7530169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DCCFC583-2FDE-BD50-6322-B8892E3FA237}"/>
              </a:ext>
            </a:extLst>
          </p:cNvPr>
          <p:cNvSpPr txBox="1"/>
          <p:nvPr/>
        </p:nvSpPr>
        <p:spPr>
          <a:xfrm>
            <a:off x="7342230" y="28241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198C6B03-C870-810D-221D-978ADEB48635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7AA3E8D4-494E-DAB7-AE44-3548D34B2F3B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D9839452-05FA-6F53-7004-986514F12072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8D52808D-79AD-B9BB-A7FA-17A19A2BEBAE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D6DE6B1A-91FB-3CB3-4A4B-7FE7ED3D2122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7" name="Google Shape;372;p23">
            <a:extLst>
              <a:ext uri="{FF2B5EF4-FFF2-40B4-BE49-F238E27FC236}">
                <a16:creationId xmlns:a16="http://schemas.microsoft.com/office/drawing/2014/main" id="{4D6AC345-400F-DCD1-544F-021147129F00}"/>
              </a:ext>
            </a:extLst>
          </p:cNvPr>
          <p:cNvSpPr/>
          <p:nvPr/>
        </p:nvSpPr>
        <p:spPr>
          <a:xfrm>
            <a:off x="5706258" y="6417042"/>
            <a:ext cx="2037848" cy="215459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14977D58-30FD-0686-052D-A8F8A1A2411F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84A656D6-D2B7-D5CA-EEB7-C1BA57397A4B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3A7BBCE8-8C0D-E9B3-AFF5-C21D07CDDA94}"/>
              </a:ext>
            </a:extLst>
          </p:cNvPr>
          <p:cNvSpPr/>
          <p:nvPr/>
        </p:nvSpPr>
        <p:spPr>
          <a:xfrm>
            <a:off x="3784099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372;p23">
            <a:extLst>
              <a:ext uri="{FF2B5EF4-FFF2-40B4-BE49-F238E27FC236}">
                <a16:creationId xmlns:a16="http://schemas.microsoft.com/office/drawing/2014/main" id="{632BD9EA-1FFB-8629-646C-C7734CE7DECD}"/>
              </a:ext>
            </a:extLst>
          </p:cNvPr>
          <p:cNvSpPr/>
          <p:nvPr/>
        </p:nvSpPr>
        <p:spPr>
          <a:xfrm>
            <a:off x="3224889" y="6414490"/>
            <a:ext cx="2202692" cy="226709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1B4314BE-C964-2239-45B2-9B428CD47FB3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406DCD63-F2D4-632C-B1E8-81855C548EFC}"/>
              </a:ext>
            </a:extLst>
          </p:cNvPr>
          <p:cNvSpPr/>
          <p:nvPr/>
        </p:nvSpPr>
        <p:spPr>
          <a:xfrm>
            <a:off x="1915930" y="470604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372;p23">
            <a:extLst>
              <a:ext uri="{FF2B5EF4-FFF2-40B4-BE49-F238E27FC236}">
                <a16:creationId xmlns:a16="http://schemas.microsoft.com/office/drawing/2014/main" id="{430006AB-8CC1-BA22-9D16-DA478D4AD65E}"/>
              </a:ext>
            </a:extLst>
          </p:cNvPr>
          <p:cNvSpPr/>
          <p:nvPr/>
        </p:nvSpPr>
        <p:spPr>
          <a:xfrm>
            <a:off x="803786" y="6414490"/>
            <a:ext cx="2175387" cy="190713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A6FFB06E-2EFC-1E64-44D8-2B6665EB31DE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483343F4-AC35-3F89-C72A-6F723511A0C3}"/>
              </a:ext>
            </a:extLst>
          </p:cNvPr>
          <p:cNvSpPr/>
          <p:nvPr/>
        </p:nvSpPr>
        <p:spPr>
          <a:xfrm>
            <a:off x="57266" y="464550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7323D66E-04AB-9562-97A6-56E920949EB5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8BD67973-61F7-11C4-4B25-E03350F20A15}"/>
              </a:ext>
            </a:extLst>
          </p:cNvPr>
          <p:cNvSpPr txBox="1"/>
          <p:nvPr/>
        </p:nvSpPr>
        <p:spPr>
          <a:xfrm>
            <a:off x="-72490" y="461040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D0DCBC49-0EF7-9339-345C-69F9C7238EE5}"/>
              </a:ext>
            </a:extLst>
          </p:cNvPr>
          <p:cNvSpPr txBox="1"/>
          <p:nvPr/>
        </p:nvSpPr>
        <p:spPr>
          <a:xfrm>
            <a:off x="1756984" y="466313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A52423D1-717E-5A3C-4547-885B6B5BCE21}"/>
              </a:ext>
            </a:extLst>
          </p:cNvPr>
          <p:cNvSpPr txBox="1"/>
          <p:nvPr/>
        </p:nvSpPr>
        <p:spPr>
          <a:xfrm>
            <a:off x="3658699" y="46537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BE373E9F-77BA-0849-0B31-F004A32D601E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4" name="Google Shape;76;p10">
            <a:extLst>
              <a:ext uri="{FF2B5EF4-FFF2-40B4-BE49-F238E27FC236}">
                <a16:creationId xmlns:a16="http://schemas.microsoft.com/office/drawing/2014/main" id="{6B707958-5903-EC7F-B6F6-E933D8C75D18}"/>
              </a:ext>
            </a:extLst>
          </p:cNvPr>
          <p:cNvSpPr txBox="1"/>
          <p:nvPr/>
        </p:nvSpPr>
        <p:spPr>
          <a:xfrm>
            <a:off x="7366681" y="463167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86E34D9A-34D0-0C9F-5EF7-5DB0C3253B85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1DFC72F5-373B-315E-E195-5521E48E04E0}"/>
              </a:ext>
            </a:extLst>
          </p:cNvPr>
          <p:cNvSpPr txBox="1"/>
          <p:nvPr/>
        </p:nvSpPr>
        <p:spPr>
          <a:xfrm>
            <a:off x="-135470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9" name="Google Shape;76;p10">
            <a:extLst>
              <a:ext uri="{FF2B5EF4-FFF2-40B4-BE49-F238E27FC236}">
                <a16:creationId xmlns:a16="http://schemas.microsoft.com/office/drawing/2014/main" id="{9C0D24D9-2B07-6F6C-00ED-56FEA5DFD5C8}"/>
              </a:ext>
            </a:extLst>
          </p:cNvPr>
          <p:cNvSpPr txBox="1"/>
          <p:nvPr/>
        </p:nvSpPr>
        <p:spPr>
          <a:xfrm>
            <a:off x="1418223" y="6381210"/>
            <a:ext cx="1046644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B1916E-75A5-120D-71E0-91E3D4F2363E}"/>
              </a:ext>
            </a:extLst>
          </p:cNvPr>
          <p:cNvSpPr txBox="1"/>
          <p:nvPr/>
        </p:nvSpPr>
        <p:spPr>
          <a:xfrm>
            <a:off x="6186864" y="4404244"/>
            <a:ext cx="46099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SA" sz="5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م</a:t>
            </a:r>
            <a:endParaRPr lang="en-SA" sz="50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pic>
        <p:nvPicPr>
          <p:cNvPr id="28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693AEC1F-E20F-7B61-A8F5-B1CD46A3BD3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29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8350B7EA-B9D2-78B3-C905-36867DCD545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sp>
        <p:nvSpPr>
          <p:cNvPr id="30" name="Google Shape;75;p10">
            <a:extLst>
              <a:ext uri="{FF2B5EF4-FFF2-40B4-BE49-F238E27FC236}">
                <a16:creationId xmlns:a16="http://schemas.microsoft.com/office/drawing/2014/main" id="{EE211665-B43C-DB09-FE85-ECFFCA9A91CE}"/>
              </a:ext>
            </a:extLst>
          </p:cNvPr>
          <p:cNvSpPr txBox="1"/>
          <p:nvPr/>
        </p:nvSpPr>
        <p:spPr>
          <a:xfrm>
            <a:off x="3285357" y="466219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32" name="Google Shape;132;p1">
            <a:extLst>
              <a:ext uri="{FF2B5EF4-FFF2-40B4-BE49-F238E27FC236}">
                <a16:creationId xmlns:a16="http://schemas.microsoft.com/office/drawing/2014/main" id="{42EB8CDF-5C48-1C53-C934-6C4015063A17}"/>
              </a:ext>
            </a:extLst>
          </p:cNvPr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صورة 4">
            <a:extLst>
              <a:ext uri="{FF2B5EF4-FFF2-40B4-BE49-F238E27FC236}">
                <a16:creationId xmlns:a16="http://schemas.microsoft.com/office/drawing/2014/main" id="{DA5BC053-1609-4851-88A7-C80320AF585F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410"/>
          <a:stretch>
            <a:fillRect/>
          </a:stretch>
        </p:blipFill>
        <p:spPr>
          <a:xfrm>
            <a:off x="5741655" y="5069124"/>
            <a:ext cx="1970831" cy="1309563"/>
          </a:xfrm>
          <a:prstGeom prst="rect">
            <a:avLst/>
          </a:prstGeom>
        </p:spPr>
      </p:pic>
      <p:sp>
        <p:nvSpPr>
          <p:cNvPr id="43" name="Google Shape;76;p10">
            <a:extLst>
              <a:ext uri="{FF2B5EF4-FFF2-40B4-BE49-F238E27FC236}">
                <a16:creationId xmlns:a16="http://schemas.microsoft.com/office/drawing/2014/main" id="{356CAD8B-B8B0-3E64-E647-51D09267CCBC}"/>
              </a:ext>
            </a:extLst>
          </p:cNvPr>
          <p:cNvSpPr txBox="1"/>
          <p:nvPr/>
        </p:nvSpPr>
        <p:spPr>
          <a:xfrm>
            <a:off x="3823131" y="6422116"/>
            <a:ext cx="1046644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4" name="Google Shape;76;p10">
            <a:extLst>
              <a:ext uri="{FF2B5EF4-FFF2-40B4-BE49-F238E27FC236}">
                <a16:creationId xmlns:a16="http://schemas.microsoft.com/office/drawing/2014/main" id="{BF1F0B6D-6C94-36F4-91B5-74B994D0A68D}"/>
              </a:ext>
            </a:extLst>
          </p:cNvPr>
          <p:cNvSpPr txBox="1"/>
          <p:nvPr/>
        </p:nvSpPr>
        <p:spPr>
          <a:xfrm>
            <a:off x="6297862" y="6449433"/>
            <a:ext cx="1046644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" name="Google Shape;75;p10">
            <a:extLst>
              <a:ext uri="{FF2B5EF4-FFF2-40B4-BE49-F238E27FC236}">
                <a16:creationId xmlns:a16="http://schemas.microsoft.com/office/drawing/2014/main" id="{E9A27973-B3C4-1D24-E7F1-969F04AC32F2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" name="Google Shape;76;p10">
            <a:extLst>
              <a:ext uri="{FF2B5EF4-FFF2-40B4-BE49-F238E27FC236}">
                <a16:creationId xmlns:a16="http://schemas.microsoft.com/office/drawing/2014/main" id="{3C5B9578-90D4-C6C1-409A-465AEB64C893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8" name="صورة 4">
            <a:extLst>
              <a:ext uri="{FF2B5EF4-FFF2-40B4-BE49-F238E27FC236}">
                <a16:creationId xmlns:a16="http://schemas.microsoft.com/office/drawing/2014/main" id="{7E0DA33F-8E5A-0AAD-A9B0-E237E30A09DA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522"/>
          <a:stretch>
            <a:fillRect/>
          </a:stretch>
        </p:blipFill>
        <p:spPr>
          <a:xfrm>
            <a:off x="803786" y="5069124"/>
            <a:ext cx="2175388" cy="1335716"/>
          </a:xfrm>
          <a:prstGeom prst="rect">
            <a:avLst/>
          </a:prstGeom>
        </p:spPr>
      </p:pic>
      <p:pic>
        <p:nvPicPr>
          <p:cNvPr id="19" name="صورة 4">
            <a:extLst>
              <a:ext uri="{FF2B5EF4-FFF2-40B4-BE49-F238E27FC236}">
                <a16:creationId xmlns:a16="http://schemas.microsoft.com/office/drawing/2014/main" id="{1E9A623C-8D73-FEA0-EC94-76724A827E0B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14"/>
          <a:stretch>
            <a:fillRect/>
          </a:stretch>
        </p:blipFill>
        <p:spPr>
          <a:xfrm>
            <a:off x="3224889" y="5069124"/>
            <a:ext cx="2202692" cy="1311855"/>
          </a:xfrm>
          <a:prstGeom prst="rect">
            <a:avLst/>
          </a:prstGeom>
        </p:spPr>
      </p:pic>
      <p:pic>
        <p:nvPicPr>
          <p:cNvPr id="3" name="صورة 4">
            <a:extLst>
              <a:ext uri="{FF2B5EF4-FFF2-40B4-BE49-F238E27FC236}">
                <a16:creationId xmlns:a16="http://schemas.microsoft.com/office/drawing/2014/main" id="{00B8EBD9-9EEC-6A63-EC76-D7769907D668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535"/>
          <a:stretch>
            <a:fillRect/>
          </a:stretch>
        </p:blipFill>
        <p:spPr>
          <a:xfrm>
            <a:off x="3704229" y="1416798"/>
            <a:ext cx="1795681" cy="1349466"/>
          </a:xfrm>
          <a:prstGeom prst="rect">
            <a:avLst/>
          </a:prstGeom>
        </p:spPr>
      </p:pic>
      <p:pic>
        <p:nvPicPr>
          <p:cNvPr id="5" name="صورة 4">
            <a:extLst>
              <a:ext uri="{FF2B5EF4-FFF2-40B4-BE49-F238E27FC236}">
                <a16:creationId xmlns:a16="http://schemas.microsoft.com/office/drawing/2014/main" id="{43B7FE62-6ADD-9D29-184B-9DD0C904A039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946"/>
          <a:stretch>
            <a:fillRect/>
          </a:stretch>
        </p:blipFill>
        <p:spPr>
          <a:xfrm>
            <a:off x="7485768" y="1423479"/>
            <a:ext cx="1701515" cy="1395739"/>
          </a:xfrm>
          <a:prstGeom prst="rect">
            <a:avLst/>
          </a:prstGeom>
        </p:spPr>
      </p:pic>
      <p:pic>
        <p:nvPicPr>
          <p:cNvPr id="9" name="صورة 4">
            <a:extLst>
              <a:ext uri="{FF2B5EF4-FFF2-40B4-BE49-F238E27FC236}">
                <a16:creationId xmlns:a16="http://schemas.microsoft.com/office/drawing/2014/main" id="{69C204D3-0B3C-1D1D-1F4F-56841EFF5E85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396"/>
          <a:stretch>
            <a:fillRect/>
          </a:stretch>
        </p:blipFill>
        <p:spPr>
          <a:xfrm>
            <a:off x="5615385" y="1409323"/>
            <a:ext cx="1701515" cy="1385644"/>
          </a:xfrm>
          <a:prstGeom prst="rect">
            <a:avLst/>
          </a:prstGeom>
        </p:spPr>
      </p:pic>
      <p:pic>
        <p:nvPicPr>
          <p:cNvPr id="11" name="صورة 4">
            <a:extLst>
              <a:ext uri="{FF2B5EF4-FFF2-40B4-BE49-F238E27FC236}">
                <a16:creationId xmlns:a16="http://schemas.microsoft.com/office/drawing/2014/main" id="{871F04C4-E29C-5C0D-D28F-A6C3BC0B87DF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758064" y="3285167"/>
            <a:ext cx="1716986" cy="1283446"/>
          </a:xfrm>
          <a:prstGeom prst="rect">
            <a:avLst/>
          </a:prstGeom>
        </p:spPr>
      </p:pic>
      <p:pic>
        <p:nvPicPr>
          <p:cNvPr id="12" name="صورة 4">
            <a:extLst>
              <a:ext uri="{FF2B5EF4-FFF2-40B4-BE49-F238E27FC236}">
                <a16:creationId xmlns:a16="http://schemas.microsoft.com/office/drawing/2014/main" id="{DE5A348A-4A6D-7515-B0B4-DB38D298149E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939"/>
          <a:stretch>
            <a:fillRect/>
          </a:stretch>
        </p:blipFill>
        <p:spPr>
          <a:xfrm>
            <a:off x="1975335" y="3301137"/>
            <a:ext cx="1639525" cy="1298536"/>
          </a:xfrm>
          <a:prstGeom prst="rect">
            <a:avLst/>
          </a:prstGeom>
        </p:spPr>
      </p:pic>
      <p:pic>
        <p:nvPicPr>
          <p:cNvPr id="15" name="صورة 4">
            <a:extLst>
              <a:ext uri="{FF2B5EF4-FFF2-40B4-BE49-F238E27FC236}">
                <a16:creationId xmlns:a16="http://schemas.microsoft.com/office/drawing/2014/main" id="{F17CE506-3CE2-4480-3847-758FFAAB74B2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468"/>
          <a:stretch>
            <a:fillRect/>
          </a:stretch>
        </p:blipFill>
        <p:spPr>
          <a:xfrm>
            <a:off x="96556" y="1419006"/>
            <a:ext cx="1567694" cy="1343533"/>
          </a:xfrm>
          <a:prstGeom prst="rect">
            <a:avLst/>
          </a:prstGeom>
        </p:spPr>
      </p:pic>
      <p:pic>
        <p:nvPicPr>
          <p:cNvPr id="22" name="صورة 4">
            <a:extLst>
              <a:ext uri="{FF2B5EF4-FFF2-40B4-BE49-F238E27FC236}">
                <a16:creationId xmlns:a16="http://schemas.microsoft.com/office/drawing/2014/main" id="{5935971B-EC8A-746E-8135-872C8AC97412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328"/>
          <a:stretch>
            <a:fillRect/>
          </a:stretch>
        </p:blipFill>
        <p:spPr>
          <a:xfrm>
            <a:off x="1864243" y="1416798"/>
            <a:ext cx="1691212" cy="1367325"/>
          </a:xfrm>
          <a:prstGeom prst="rect">
            <a:avLst/>
          </a:prstGeom>
        </p:spPr>
      </p:pic>
      <p:pic>
        <p:nvPicPr>
          <p:cNvPr id="23" name="صورة 4">
            <a:extLst>
              <a:ext uri="{FF2B5EF4-FFF2-40B4-BE49-F238E27FC236}">
                <a16:creationId xmlns:a16="http://schemas.microsoft.com/office/drawing/2014/main" id="{FE30BDCE-0E87-C120-FC51-6632463AF89D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6555" y="3256323"/>
            <a:ext cx="1658333" cy="1280038"/>
          </a:xfrm>
          <a:prstGeom prst="rect">
            <a:avLst/>
          </a:prstGeom>
        </p:spPr>
      </p:pic>
      <p:pic>
        <p:nvPicPr>
          <p:cNvPr id="24" name="صورة 4">
            <a:extLst>
              <a:ext uri="{FF2B5EF4-FFF2-40B4-BE49-F238E27FC236}">
                <a16:creationId xmlns:a16="http://schemas.microsoft.com/office/drawing/2014/main" id="{F5C521A3-DD18-EE78-344E-3221AA103413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437"/>
          <a:stretch>
            <a:fillRect/>
          </a:stretch>
        </p:blipFill>
        <p:spPr>
          <a:xfrm>
            <a:off x="7536300" y="3285168"/>
            <a:ext cx="1644851" cy="1334696"/>
          </a:xfrm>
          <a:prstGeom prst="rect">
            <a:avLst/>
          </a:prstGeom>
        </p:spPr>
      </p:pic>
      <p:pic>
        <p:nvPicPr>
          <p:cNvPr id="26" name="صورة 4">
            <a:extLst>
              <a:ext uri="{FF2B5EF4-FFF2-40B4-BE49-F238E27FC236}">
                <a16:creationId xmlns:a16="http://schemas.microsoft.com/office/drawing/2014/main" id="{5B077F0A-B14A-B162-5D03-C8B98E55F290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621"/>
          <a:stretch>
            <a:fillRect/>
          </a:stretch>
        </p:blipFill>
        <p:spPr>
          <a:xfrm>
            <a:off x="5682460" y="3285170"/>
            <a:ext cx="1644851" cy="130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2807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9EFD5-37A0-EB5E-957B-3C720B520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C28135F0-CA0E-EA8F-70A6-56E04CB47C2B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E313FA11-0D7E-4127-B0C1-D6CB0A207138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0" eaLnBrk="1" latinLnBrk="0" hangingPunct="1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8296A1F5-8C19-6B89-4594-E3C50E25D5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5BA66AE8-E2F4-C977-577A-54AE71BDD7FD}"/>
              </a:ext>
            </a:extLst>
          </p:cNvPr>
          <p:cNvGrpSpPr/>
          <p:nvPr/>
        </p:nvGrpSpPr>
        <p:grpSpPr>
          <a:xfrm>
            <a:off x="0" y="6708656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1D0F653B-D203-BCCA-F9FE-48F074F367F6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2D7F6731-891E-1CA5-3378-FF474E06EA68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75" name="Google Shape;79;p10">
            <a:extLst>
              <a:ext uri="{FF2B5EF4-FFF2-40B4-BE49-F238E27FC236}">
                <a16:creationId xmlns:a16="http://schemas.microsoft.com/office/drawing/2014/main" id="{13C3633F-2236-AC57-B9A4-305D00CDB206}"/>
              </a:ext>
            </a:extLst>
          </p:cNvPr>
          <p:cNvSpPr txBox="1"/>
          <p:nvPr/>
        </p:nvSpPr>
        <p:spPr>
          <a:xfrm>
            <a:off x="3402331" y="804123"/>
            <a:ext cx="4956395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400" b="1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 </a:t>
            </a:r>
            <a:r>
              <a:rPr lang="ar-SA" sz="1100" b="1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ثانوية</a:t>
            </a: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سمية بنت خياط بنات</a:t>
            </a:r>
            <a:r>
              <a:rPr lang="ar-SA" sz="1400" b="1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شكل حر: شكل 30">
            <a:extLst>
              <a:ext uri="{FF2B5EF4-FFF2-40B4-BE49-F238E27FC236}">
                <a16:creationId xmlns:a16="http://schemas.microsoft.com/office/drawing/2014/main" id="{2AEA40C2-9834-F3C9-40E9-590A164D0DEB}"/>
              </a:ext>
            </a:extLst>
          </p:cNvPr>
          <p:cNvSpPr/>
          <p:nvPr/>
        </p:nvSpPr>
        <p:spPr>
          <a:xfrm rot="2700000">
            <a:off x="9666127" y="706428"/>
            <a:ext cx="4753477" cy="4278591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blipFill dpi="0" rotWithShape="0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1" eaLnBrk="1" latinLnBrk="0" hangingPunct="1"/>
            <a:endParaRPr lang="ar-SA"/>
          </a:p>
        </p:txBody>
      </p: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975CA531-912D-E97C-ABAE-A54EB170D5B4}"/>
              </a:ext>
            </a:extLst>
          </p:cNvPr>
          <p:cNvSpPr txBox="1"/>
          <p:nvPr/>
        </p:nvSpPr>
        <p:spPr>
          <a:xfrm>
            <a:off x="9655606" y="6222234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DF4BC5EF-04D1-894A-0A07-9E9677596AB1}"/>
              </a:ext>
            </a:extLst>
          </p:cNvPr>
          <p:cNvSpPr/>
          <p:nvPr/>
        </p:nvSpPr>
        <p:spPr>
          <a:xfrm>
            <a:off x="7530169" y="290009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671555C6-6212-193F-4788-B6B3225FFEB2}"/>
              </a:ext>
            </a:extLst>
          </p:cNvPr>
          <p:cNvSpPr txBox="1"/>
          <p:nvPr/>
        </p:nvSpPr>
        <p:spPr>
          <a:xfrm>
            <a:off x="7458738" y="2866309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7686812E-A547-E8E4-A1C6-BEBB844B3CE4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A7C344DE-362D-06AE-D474-868CA48187F5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A49C3006-B300-924F-99FC-E2622D0E3E61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03A57E6F-7DB1-E62F-F3CD-6028A1CA9704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7BF19A35-7208-5EFA-305D-A3FA250D952C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7" name="Google Shape;372;p23">
            <a:extLst>
              <a:ext uri="{FF2B5EF4-FFF2-40B4-BE49-F238E27FC236}">
                <a16:creationId xmlns:a16="http://schemas.microsoft.com/office/drawing/2014/main" id="{C36E28CE-1F0B-FF1A-35C1-F21BDAAB97DF}"/>
              </a:ext>
            </a:extLst>
          </p:cNvPr>
          <p:cNvSpPr/>
          <p:nvPr/>
        </p:nvSpPr>
        <p:spPr>
          <a:xfrm>
            <a:off x="6086992" y="641704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58" name="صورة 4">
            <a:extLst>
              <a:ext uri="{FF2B5EF4-FFF2-40B4-BE49-F238E27FC236}">
                <a16:creationId xmlns:a16="http://schemas.microsoft.com/office/drawing/2014/main" id="{DB1F7BED-797F-11C3-DB34-0E2C74358D1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662"/>
          <a:stretch>
            <a:fillRect/>
          </a:stretch>
        </p:blipFill>
        <p:spPr>
          <a:xfrm>
            <a:off x="4174713" y="4997901"/>
            <a:ext cx="1705815" cy="1358682"/>
          </a:xfrm>
          <a:prstGeom prst="rect">
            <a:avLst/>
          </a:prstGeom>
        </p:spPr>
      </p:pic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2414CFDA-977C-86A2-304E-655AB3C81CA6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03F854BB-CC98-0F1F-6680-1B7CCA157175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E86850F6-D99E-9754-2012-5CCC08E13907}"/>
              </a:ext>
            </a:extLst>
          </p:cNvPr>
          <p:cNvSpPr/>
          <p:nvPr/>
        </p:nvSpPr>
        <p:spPr>
          <a:xfrm>
            <a:off x="3784099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372;p23">
            <a:extLst>
              <a:ext uri="{FF2B5EF4-FFF2-40B4-BE49-F238E27FC236}">
                <a16:creationId xmlns:a16="http://schemas.microsoft.com/office/drawing/2014/main" id="{40E45181-05F2-1496-32AF-9B44EA28C802}"/>
              </a:ext>
            </a:extLst>
          </p:cNvPr>
          <p:cNvSpPr/>
          <p:nvPr/>
        </p:nvSpPr>
        <p:spPr>
          <a:xfrm>
            <a:off x="4199473" y="642998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E6650F6D-513C-A5BA-B3FD-95D0D1B51104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2DA01952-3254-E1ED-AAD4-4976CD9A7620}"/>
              </a:ext>
            </a:extLst>
          </p:cNvPr>
          <p:cNvSpPr/>
          <p:nvPr/>
        </p:nvSpPr>
        <p:spPr>
          <a:xfrm>
            <a:off x="1915930" y="470604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372;p23">
            <a:extLst>
              <a:ext uri="{FF2B5EF4-FFF2-40B4-BE49-F238E27FC236}">
                <a16:creationId xmlns:a16="http://schemas.microsoft.com/office/drawing/2014/main" id="{D1A0EFEF-1A19-10A0-029A-97D712C43D96}"/>
              </a:ext>
            </a:extLst>
          </p:cNvPr>
          <p:cNvSpPr/>
          <p:nvPr/>
        </p:nvSpPr>
        <p:spPr>
          <a:xfrm>
            <a:off x="2321871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3" name="Google Shape;372;p23">
            <a:extLst>
              <a:ext uri="{FF2B5EF4-FFF2-40B4-BE49-F238E27FC236}">
                <a16:creationId xmlns:a16="http://schemas.microsoft.com/office/drawing/2014/main" id="{BF5E3051-7541-AE01-5FB0-65D5F7EB7CF0}"/>
              </a:ext>
            </a:extLst>
          </p:cNvPr>
          <p:cNvSpPr/>
          <p:nvPr/>
        </p:nvSpPr>
        <p:spPr>
          <a:xfrm>
            <a:off x="367417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5BC66C8E-6528-24C4-3AFA-4FF4C6A9628F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77FFF0FF-8A24-ED72-F559-D73C39DECD92}"/>
              </a:ext>
            </a:extLst>
          </p:cNvPr>
          <p:cNvSpPr/>
          <p:nvPr/>
        </p:nvSpPr>
        <p:spPr>
          <a:xfrm>
            <a:off x="57266" y="464550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62D5089A-CB2B-5F0A-EDF2-4D4946D542E1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2959F249-606A-2344-21B0-22DE9866AC67}"/>
              </a:ext>
            </a:extLst>
          </p:cNvPr>
          <p:cNvSpPr txBox="1"/>
          <p:nvPr/>
        </p:nvSpPr>
        <p:spPr>
          <a:xfrm>
            <a:off x="-72490" y="461040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24041D31-7319-E916-B1A6-9313287C0CA1}"/>
              </a:ext>
            </a:extLst>
          </p:cNvPr>
          <p:cNvSpPr txBox="1"/>
          <p:nvPr/>
        </p:nvSpPr>
        <p:spPr>
          <a:xfrm>
            <a:off x="1756984" y="466313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126B6619-ADEE-2934-9A05-4B696426FFBF}"/>
              </a:ext>
            </a:extLst>
          </p:cNvPr>
          <p:cNvSpPr txBox="1"/>
          <p:nvPr/>
        </p:nvSpPr>
        <p:spPr>
          <a:xfrm>
            <a:off x="3658699" y="46537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80858DE6-559F-42B3-FB90-F9E2B7E8B05B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4" name="Google Shape;76;p10">
            <a:extLst>
              <a:ext uri="{FF2B5EF4-FFF2-40B4-BE49-F238E27FC236}">
                <a16:creationId xmlns:a16="http://schemas.microsoft.com/office/drawing/2014/main" id="{D627B336-D27C-7E95-ED1C-6C9E4DDA6F2A}"/>
              </a:ext>
            </a:extLst>
          </p:cNvPr>
          <p:cNvSpPr txBox="1"/>
          <p:nvPr/>
        </p:nvSpPr>
        <p:spPr>
          <a:xfrm>
            <a:off x="7366681" y="463167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9FC813B5-D199-A125-39ED-D1D566A0813C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23704F55-5AD5-64C1-125D-EE6D80AA6A47}"/>
              </a:ext>
            </a:extLst>
          </p:cNvPr>
          <p:cNvSpPr txBox="1"/>
          <p:nvPr/>
        </p:nvSpPr>
        <p:spPr>
          <a:xfrm>
            <a:off x="-135470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7" name="Google Shape;76;p10">
            <a:extLst>
              <a:ext uri="{FF2B5EF4-FFF2-40B4-BE49-F238E27FC236}">
                <a16:creationId xmlns:a16="http://schemas.microsoft.com/office/drawing/2014/main" id="{7700338D-D20A-8EE4-ADD2-BE1562CBB522}"/>
              </a:ext>
            </a:extLst>
          </p:cNvPr>
          <p:cNvSpPr txBox="1"/>
          <p:nvPr/>
        </p:nvSpPr>
        <p:spPr>
          <a:xfrm>
            <a:off x="5993776" y="638598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8" name="Google Shape;76;p10">
            <a:extLst>
              <a:ext uri="{FF2B5EF4-FFF2-40B4-BE49-F238E27FC236}">
                <a16:creationId xmlns:a16="http://schemas.microsoft.com/office/drawing/2014/main" id="{23AB83C1-3E05-25D9-996B-A4AD59C3BCBB}"/>
              </a:ext>
            </a:extLst>
          </p:cNvPr>
          <p:cNvSpPr txBox="1"/>
          <p:nvPr/>
        </p:nvSpPr>
        <p:spPr>
          <a:xfrm>
            <a:off x="3993435" y="640898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9" name="Google Shape;76;p10">
            <a:extLst>
              <a:ext uri="{FF2B5EF4-FFF2-40B4-BE49-F238E27FC236}">
                <a16:creationId xmlns:a16="http://schemas.microsoft.com/office/drawing/2014/main" id="{B6A5C471-1A8C-690D-119C-BAED9D690C61}"/>
              </a:ext>
            </a:extLst>
          </p:cNvPr>
          <p:cNvSpPr txBox="1"/>
          <p:nvPr/>
        </p:nvSpPr>
        <p:spPr>
          <a:xfrm>
            <a:off x="2164894" y="641995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0" name="Google Shape;76;p10">
            <a:extLst>
              <a:ext uri="{FF2B5EF4-FFF2-40B4-BE49-F238E27FC236}">
                <a16:creationId xmlns:a16="http://schemas.microsoft.com/office/drawing/2014/main" id="{0A74B240-55A4-2656-F0F1-19170CE02A74}"/>
              </a:ext>
            </a:extLst>
          </p:cNvPr>
          <p:cNvSpPr txBox="1"/>
          <p:nvPr/>
        </p:nvSpPr>
        <p:spPr>
          <a:xfrm>
            <a:off x="190704" y="6428881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8E65D1-8CE3-F118-AA32-3F7A2BFAC0D4}"/>
              </a:ext>
            </a:extLst>
          </p:cNvPr>
          <p:cNvSpPr txBox="1"/>
          <p:nvPr/>
        </p:nvSpPr>
        <p:spPr>
          <a:xfrm>
            <a:off x="6186864" y="4404244"/>
            <a:ext cx="46099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SA" sz="5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م</a:t>
            </a:r>
            <a:endParaRPr lang="en-SA" sz="50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40EDE9-F34E-E52C-8157-8B7B1CB89FF9}"/>
              </a:ext>
            </a:extLst>
          </p:cNvPr>
          <p:cNvSpPr txBox="1"/>
          <p:nvPr/>
        </p:nvSpPr>
        <p:spPr>
          <a:xfrm>
            <a:off x="631413" y="4331800"/>
            <a:ext cx="11626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SA" sz="5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٢٠٢٥/٠١/٠٩ ٩:٣٠:٠٥</a:t>
            </a:r>
          </a:p>
          <a:p>
            <a:pPr algn="r"/>
            <a:r>
              <a:rPr lang="ar-SA" sz="5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#ابتدائية سمية بنت الخياط بنات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53FD7D-37E6-924A-DA38-867B18A60EC9}"/>
              </a:ext>
            </a:extLst>
          </p:cNvPr>
          <p:cNvSpPr txBox="1"/>
          <p:nvPr/>
        </p:nvSpPr>
        <p:spPr>
          <a:xfrm>
            <a:off x="856468" y="4333208"/>
            <a:ext cx="46099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SA" sz="5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ص</a:t>
            </a:r>
            <a:endParaRPr lang="en-SA" sz="50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pic>
        <p:nvPicPr>
          <p:cNvPr id="26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7AD1A4D8-B89D-07EA-7E23-465AAF3D2B0A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28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BBF33239-C8D8-CFEF-EAFD-5FBD8A32035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sp>
        <p:nvSpPr>
          <p:cNvPr id="29" name="Google Shape;75;p10">
            <a:extLst>
              <a:ext uri="{FF2B5EF4-FFF2-40B4-BE49-F238E27FC236}">
                <a16:creationId xmlns:a16="http://schemas.microsoft.com/office/drawing/2014/main" id="{5FB4A2B5-5178-6708-01FD-04DC7BA27AFB}"/>
              </a:ext>
            </a:extLst>
          </p:cNvPr>
          <p:cNvSpPr txBox="1"/>
          <p:nvPr/>
        </p:nvSpPr>
        <p:spPr>
          <a:xfrm>
            <a:off x="3285357" y="466219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30" name="Google Shape;132;p1">
            <a:extLst>
              <a:ext uri="{FF2B5EF4-FFF2-40B4-BE49-F238E27FC236}">
                <a16:creationId xmlns:a16="http://schemas.microsoft.com/office/drawing/2014/main" id="{C39AB019-9F4E-775D-5CD1-33E98C1E46E6}"/>
              </a:ext>
            </a:extLst>
          </p:cNvPr>
          <p:cNvPicPr preferRelativeResize="0"/>
          <p:nvPr/>
        </p:nvPicPr>
        <p:blipFill rotWithShape="1"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75;p10">
            <a:extLst>
              <a:ext uri="{FF2B5EF4-FFF2-40B4-BE49-F238E27FC236}">
                <a16:creationId xmlns:a16="http://schemas.microsoft.com/office/drawing/2014/main" id="{91072F6C-CB8D-357B-D704-20ABE72F0A7E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" name="Google Shape;76;p10">
            <a:extLst>
              <a:ext uri="{FF2B5EF4-FFF2-40B4-BE49-F238E27FC236}">
                <a16:creationId xmlns:a16="http://schemas.microsoft.com/office/drawing/2014/main" id="{7FB0976D-E91D-4742-75FF-2D3BC432BAEB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3" name="صورة 4">
            <a:extLst>
              <a:ext uri="{FF2B5EF4-FFF2-40B4-BE49-F238E27FC236}">
                <a16:creationId xmlns:a16="http://schemas.microsoft.com/office/drawing/2014/main" id="{9CB4C9B5-8BFF-466A-1E4A-6B1E1F75B0B8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181"/>
          <a:stretch>
            <a:fillRect/>
          </a:stretch>
        </p:blipFill>
        <p:spPr>
          <a:xfrm>
            <a:off x="6086992" y="5001616"/>
            <a:ext cx="1684414" cy="1316278"/>
          </a:xfrm>
          <a:prstGeom prst="rect">
            <a:avLst/>
          </a:prstGeom>
        </p:spPr>
      </p:pic>
      <p:pic>
        <p:nvPicPr>
          <p:cNvPr id="10" name="صورة 4">
            <a:extLst>
              <a:ext uri="{FF2B5EF4-FFF2-40B4-BE49-F238E27FC236}">
                <a16:creationId xmlns:a16="http://schemas.microsoft.com/office/drawing/2014/main" id="{ACB241CB-B07D-F121-E2AF-1A065B916AE3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48"/>
          <a:stretch>
            <a:fillRect/>
          </a:stretch>
        </p:blipFill>
        <p:spPr>
          <a:xfrm>
            <a:off x="2303962" y="4997901"/>
            <a:ext cx="1705816" cy="1353870"/>
          </a:xfrm>
          <a:prstGeom prst="rect">
            <a:avLst/>
          </a:prstGeom>
        </p:spPr>
      </p:pic>
      <p:pic>
        <p:nvPicPr>
          <p:cNvPr id="5" name="صورة 4">
            <a:extLst>
              <a:ext uri="{FF2B5EF4-FFF2-40B4-BE49-F238E27FC236}">
                <a16:creationId xmlns:a16="http://schemas.microsoft.com/office/drawing/2014/main" id="{7FA88E67-7A25-CB1E-2D27-757CD3077A52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819" b="-236"/>
          <a:stretch>
            <a:fillRect/>
          </a:stretch>
        </p:blipFill>
        <p:spPr>
          <a:xfrm>
            <a:off x="261039" y="4901946"/>
            <a:ext cx="1783297" cy="1461600"/>
          </a:xfrm>
          <a:prstGeom prst="rect">
            <a:avLst/>
          </a:prstGeom>
        </p:spPr>
      </p:pic>
      <p:pic>
        <p:nvPicPr>
          <p:cNvPr id="8" name="صورة 4">
            <a:extLst>
              <a:ext uri="{FF2B5EF4-FFF2-40B4-BE49-F238E27FC236}">
                <a16:creationId xmlns:a16="http://schemas.microsoft.com/office/drawing/2014/main" id="{E4BB3A20-8218-0264-DF7B-74DC975525CB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0280" y="1373028"/>
            <a:ext cx="1604101" cy="1373844"/>
          </a:xfrm>
          <a:prstGeom prst="rect">
            <a:avLst/>
          </a:prstGeom>
        </p:spPr>
      </p:pic>
      <p:pic>
        <p:nvPicPr>
          <p:cNvPr id="11" name="صورة 4">
            <a:extLst>
              <a:ext uri="{FF2B5EF4-FFF2-40B4-BE49-F238E27FC236}">
                <a16:creationId xmlns:a16="http://schemas.microsoft.com/office/drawing/2014/main" id="{C3988B61-D2FA-4838-BA0A-33AA288B16FF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85126" y="1405171"/>
            <a:ext cx="1650545" cy="1382859"/>
          </a:xfrm>
          <a:prstGeom prst="rect">
            <a:avLst/>
          </a:prstGeom>
        </p:spPr>
      </p:pic>
      <p:pic>
        <p:nvPicPr>
          <p:cNvPr id="13" name="صورة 4">
            <a:extLst>
              <a:ext uri="{FF2B5EF4-FFF2-40B4-BE49-F238E27FC236}">
                <a16:creationId xmlns:a16="http://schemas.microsoft.com/office/drawing/2014/main" id="{71931BD7-091A-53D3-7F4F-077A0BE764B6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557"/>
          <a:stretch>
            <a:fillRect/>
          </a:stretch>
        </p:blipFill>
        <p:spPr>
          <a:xfrm>
            <a:off x="3775603" y="1405172"/>
            <a:ext cx="1737022" cy="1426216"/>
          </a:xfrm>
          <a:prstGeom prst="rect">
            <a:avLst/>
          </a:prstGeom>
        </p:spPr>
      </p:pic>
      <p:pic>
        <p:nvPicPr>
          <p:cNvPr id="14" name="صورة 4">
            <a:extLst>
              <a:ext uri="{FF2B5EF4-FFF2-40B4-BE49-F238E27FC236}">
                <a16:creationId xmlns:a16="http://schemas.microsoft.com/office/drawing/2014/main" id="{B364B200-408F-CD13-F243-144B3DC3D8EB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708"/>
          <a:stretch>
            <a:fillRect/>
          </a:stretch>
        </p:blipFill>
        <p:spPr>
          <a:xfrm>
            <a:off x="3790323" y="3213582"/>
            <a:ext cx="1721315" cy="1322780"/>
          </a:xfrm>
          <a:prstGeom prst="rect">
            <a:avLst/>
          </a:prstGeom>
        </p:spPr>
      </p:pic>
      <p:pic>
        <p:nvPicPr>
          <p:cNvPr id="15" name="صورة 4">
            <a:extLst>
              <a:ext uri="{FF2B5EF4-FFF2-40B4-BE49-F238E27FC236}">
                <a16:creationId xmlns:a16="http://schemas.microsoft.com/office/drawing/2014/main" id="{CF2C56A6-285F-9992-A556-BE4B4F94F705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3016" y="3227100"/>
            <a:ext cx="1624946" cy="1310111"/>
          </a:xfrm>
          <a:prstGeom prst="rect">
            <a:avLst/>
          </a:prstGeom>
        </p:spPr>
      </p:pic>
      <p:pic>
        <p:nvPicPr>
          <p:cNvPr id="21" name="صورة 4">
            <a:extLst>
              <a:ext uri="{FF2B5EF4-FFF2-40B4-BE49-F238E27FC236}">
                <a16:creationId xmlns:a16="http://schemas.microsoft.com/office/drawing/2014/main" id="{38806F7C-04BB-F44C-14AA-CB2BA1D3AE84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573"/>
          <a:stretch>
            <a:fillRect/>
          </a:stretch>
        </p:blipFill>
        <p:spPr>
          <a:xfrm>
            <a:off x="7502478" y="1417393"/>
            <a:ext cx="1684806" cy="1356428"/>
          </a:xfrm>
          <a:prstGeom prst="rect">
            <a:avLst/>
          </a:prstGeom>
        </p:spPr>
      </p:pic>
      <p:pic>
        <p:nvPicPr>
          <p:cNvPr id="24" name="صورة 4">
            <a:extLst>
              <a:ext uri="{FF2B5EF4-FFF2-40B4-BE49-F238E27FC236}">
                <a16:creationId xmlns:a16="http://schemas.microsoft.com/office/drawing/2014/main" id="{10368810-C940-72A9-2124-CADD33BA120A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892"/>
          <a:stretch>
            <a:fillRect/>
          </a:stretch>
        </p:blipFill>
        <p:spPr>
          <a:xfrm>
            <a:off x="1881188" y="1361869"/>
            <a:ext cx="1696106" cy="1426106"/>
          </a:xfrm>
          <a:prstGeom prst="rect">
            <a:avLst/>
          </a:prstGeom>
        </p:spPr>
      </p:pic>
      <p:pic>
        <p:nvPicPr>
          <p:cNvPr id="33" name="صورة 4">
            <a:extLst>
              <a:ext uri="{FF2B5EF4-FFF2-40B4-BE49-F238E27FC236}">
                <a16:creationId xmlns:a16="http://schemas.microsoft.com/office/drawing/2014/main" id="{B062F311-096F-AC4D-7B7A-14958BFBF351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009"/>
          <a:stretch>
            <a:fillRect/>
          </a:stretch>
        </p:blipFill>
        <p:spPr>
          <a:xfrm>
            <a:off x="7525274" y="3216026"/>
            <a:ext cx="1704664" cy="1370955"/>
          </a:xfrm>
          <a:prstGeom prst="rect">
            <a:avLst/>
          </a:prstGeom>
        </p:spPr>
      </p:pic>
      <p:pic>
        <p:nvPicPr>
          <p:cNvPr id="38" name="صورة 4">
            <a:extLst>
              <a:ext uri="{FF2B5EF4-FFF2-40B4-BE49-F238E27FC236}">
                <a16:creationId xmlns:a16="http://schemas.microsoft.com/office/drawing/2014/main" id="{75321E8F-8790-CC33-A99D-4F6634B953C3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153"/>
          <a:stretch>
            <a:fillRect/>
          </a:stretch>
        </p:blipFill>
        <p:spPr>
          <a:xfrm>
            <a:off x="5629530" y="3213581"/>
            <a:ext cx="1749030" cy="1336974"/>
          </a:xfrm>
          <a:prstGeom prst="rect">
            <a:avLst/>
          </a:prstGeom>
        </p:spPr>
      </p:pic>
      <p:pic>
        <p:nvPicPr>
          <p:cNvPr id="40" name="صورة 4">
            <a:extLst>
              <a:ext uri="{FF2B5EF4-FFF2-40B4-BE49-F238E27FC236}">
                <a16:creationId xmlns:a16="http://schemas.microsoft.com/office/drawing/2014/main" id="{63B06FB2-CCBF-2732-B617-832B8C6EE3E4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416"/>
          <a:stretch>
            <a:fillRect/>
          </a:stretch>
        </p:blipFill>
        <p:spPr>
          <a:xfrm>
            <a:off x="1930350" y="3227102"/>
            <a:ext cx="1625105" cy="130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2331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70419-1783-85D5-DE1B-ED79DB8C2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9EDF01E0-DFAB-3BBC-D426-161D82D9AEC1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4B4CB491-2F5E-1273-8CD9-C29AA6BE02A7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A15F8747-FA89-FD5B-CAEE-7D4E2F75F0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9F464451-F29C-58C7-5471-AF6A4AADE7BB}"/>
              </a:ext>
            </a:extLst>
          </p:cNvPr>
          <p:cNvGrpSpPr/>
          <p:nvPr/>
        </p:nvGrpSpPr>
        <p:grpSpPr>
          <a:xfrm>
            <a:off x="0" y="6658993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08C375BB-2E5C-6E3E-AFC9-65575B19A555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171F26DD-38BC-2B3A-400A-6274FAA9D6F9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31" name="شكل حر: شكل 30">
            <a:extLst>
              <a:ext uri="{FF2B5EF4-FFF2-40B4-BE49-F238E27FC236}">
                <a16:creationId xmlns:a16="http://schemas.microsoft.com/office/drawing/2014/main" id="{F02EAC9F-5E8A-2286-3693-53150A73F101}"/>
              </a:ext>
            </a:extLst>
          </p:cNvPr>
          <p:cNvSpPr/>
          <p:nvPr/>
        </p:nvSpPr>
        <p:spPr>
          <a:xfrm rot="2700000">
            <a:off x="9647363" y="692049"/>
            <a:ext cx="4753477" cy="4278591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noFill/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29" name="شكل حر: شكل 28">
            <a:extLst>
              <a:ext uri="{FF2B5EF4-FFF2-40B4-BE49-F238E27FC236}">
                <a16:creationId xmlns:a16="http://schemas.microsoft.com/office/drawing/2014/main" id="{5F254978-B031-52C3-F35C-29AD6F0B5000}"/>
              </a:ext>
            </a:extLst>
          </p:cNvPr>
          <p:cNvSpPr/>
          <p:nvPr/>
        </p:nvSpPr>
        <p:spPr>
          <a:xfrm rot="2700000">
            <a:off x="9692009" y="688018"/>
            <a:ext cx="4639376" cy="4272323"/>
          </a:xfrm>
          <a:custGeom>
            <a:avLst/>
            <a:gdLst>
              <a:gd name="connsiteX0" fmla="*/ 398294 w 4589447"/>
              <a:gd name="connsiteY0" fmla="*/ 0 h 4191152"/>
              <a:gd name="connsiteX1" fmla="*/ 4589447 w 4589447"/>
              <a:gd name="connsiteY1" fmla="*/ 4191152 h 4191152"/>
              <a:gd name="connsiteX2" fmla="*/ 986068 w 4589447"/>
              <a:gd name="connsiteY2" fmla="*/ 4191152 h 4191152"/>
              <a:gd name="connsiteX3" fmla="*/ 0 w 4589447"/>
              <a:gd name="connsiteY3" fmla="*/ 3065411 h 4191152"/>
              <a:gd name="connsiteX4" fmla="*/ 0 w 4589447"/>
              <a:gd name="connsiteY4" fmla="*/ 454711 h 4191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9447" h="4191152">
                <a:moveTo>
                  <a:pt x="398294" y="0"/>
                </a:moveTo>
                <a:lnTo>
                  <a:pt x="4589447" y="4191152"/>
                </a:lnTo>
                <a:lnTo>
                  <a:pt x="986068" y="4191152"/>
                </a:lnTo>
                <a:cubicBezTo>
                  <a:pt x="441478" y="4191152"/>
                  <a:pt x="0" y="3687140"/>
                  <a:pt x="0" y="3065411"/>
                </a:cubicBezTo>
                <a:lnTo>
                  <a:pt x="0" y="454711"/>
                </a:lnTo>
                <a:close/>
              </a:path>
            </a:pathLst>
          </a:custGeom>
          <a:blipFill dpi="0" rotWithShape="0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0" eaLnBrk="1" latinLnBrk="0" hangingPunct="1"/>
            <a:endParaRPr lang="ar-SA"/>
          </a:p>
        </p:txBody>
      </p: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8A4AA592-2266-C60D-4EB0-CD43EBD3E74B}"/>
              </a:ext>
            </a:extLst>
          </p:cNvPr>
          <p:cNvSpPr txBox="1"/>
          <p:nvPr/>
        </p:nvSpPr>
        <p:spPr>
          <a:xfrm>
            <a:off x="9633385" y="6246036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1AE29584-1DFF-3C45-A13E-300F13B55502}"/>
              </a:ext>
            </a:extLst>
          </p:cNvPr>
          <p:cNvSpPr/>
          <p:nvPr/>
        </p:nvSpPr>
        <p:spPr>
          <a:xfrm>
            <a:off x="7530169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DE51D0DA-72D6-D1F0-D541-BA6DE5ECFB60}"/>
              </a:ext>
            </a:extLst>
          </p:cNvPr>
          <p:cNvSpPr txBox="1"/>
          <p:nvPr/>
        </p:nvSpPr>
        <p:spPr>
          <a:xfrm>
            <a:off x="7342230" y="28241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AE834A7D-F95F-5F96-4819-2E03C06481FB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0576FCDE-69F6-23D7-BA1E-E4F8AAF055C0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DDDF8C7C-3EB3-7C15-E1F5-8473EB431D93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2FD9E87D-9240-EBB4-ADF7-156A4DB52D25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EF20F061-9AAE-D068-4FC2-F0AF536EC106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7" name="Google Shape;372;p23">
            <a:extLst>
              <a:ext uri="{FF2B5EF4-FFF2-40B4-BE49-F238E27FC236}">
                <a16:creationId xmlns:a16="http://schemas.microsoft.com/office/drawing/2014/main" id="{64156FB1-94DA-CE7E-31A5-A92EE88A0F42}"/>
              </a:ext>
            </a:extLst>
          </p:cNvPr>
          <p:cNvSpPr/>
          <p:nvPr/>
        </p:nvSpPr>
        <p:spPr>
          <a:xfrm>
            <a:off x="6086992" y="646423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54A6FA98-1FDD-2EC1-E349-C4669491EFB9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37B744D9-8FB8-DD52-8589-749AF012400C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210EBED8-054B-1554-5624-4E1C9249CA9E}"/>
              </a:ext>
            </a:extLst>
          </p:cNvPr>
          <p:cNvSpPr/>
          <p:nvPr/>
        </p:nvSpPr>
        <p:spPr>
          <a:xfrm>
            <a:off x="3784099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372;p23">
            <a:extLst>
              <a:ext uri="{FF2B5EF4-FFF2-40B4-BE49-F238E27FC236}">
                <a16:creationId xmlns:a16="http://schemas.microsoft.com/office/drawing/2014/main" id="{5431CE5C-0D97-2328-4200-250DEB5DF437}"/>
              </a:ext>
            </a:extLst>
          </p:cNvPr>
          <p:cNvSpPr/>
          <p:nvPr/>
        </p:nvSpPr>
        <p:spPr>
          <a:xfrm>
            <a:off x="4199473" y="642998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76" name="صورة 4">
            <a:extLst>
              <a:ext uri="{FF2B5EF4-FFF2-40B4-BE49-F238E27FC236}">
                <a16:creationId xmlns:a16="http://schemas.microsoft.com/office/drawing/2014/main" id="{0CA4F78A-3457-7C71-FF6E-0402BA267E7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22472" y="5138158"/>
            <a:ext cx="1641743" cy="1220204"/>
          </a:xfrm>
          <a:prstGeom prst="rect">
            <a:avLst/>
          </a:prstGeom>
        </p:spPr>
      </p:pic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97B22421-6C16-92ED-0F0D-0774EE2E702F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C0F3CDB6-039E-A09E-C3B7-E9701A900736}"/>
              </a:ext>
            </a:extLst>
          </p:cNvPr>
          <p:cNvSpPr/>
          <p:nvPr/>
        </p:nvSpPr>
        <p:spPr>
          <a:xfrm>
            <a:off x="1915930" y="470604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372;p23">
            <a:extLst>
              <a:ext uri="{FF2B5EF4-FFF2-40B4-BE49-F238E27FC236}">
                <a16:creationId xmlns:a16="http://schemas.microsoft.com/office/drawing/2014/main" id="{6A832140-3F47-BBEF-A44B-8FD10CA96379}"/>
              </a:ext>
            </a:extLst>
          </p:cNvPr>
          <p:cNvSpPr/>
          <p:nvPr/>
        </p:nvSpPr>
        <p:spPr>
          <a:xfrm>
            <a:off x="2321871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3" name="Google Shape;372;p23">
            <a:extLst>
              <a:ext uri="{FF2B5EF4-FFF2-40B4-BE49-F238E27FC236}">
                <a16:creationId xmlns:a16="http://schemas.microsoft.com/office/drawing/2014/main" id="{797F177B-1B58-E68B-F28E-F5D858918120}"/>
              </a:ext>
            </a:extLst>
          </p:cNvPr>
          <p:cNvSpPr/>
          <p:nvPr/>
        </p:nvSpPr>
        <p:spPr>
          <a:xfrm>
            <a:off x="367417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9E09FCFB-02B1-B5AF-F374-A4E33C14F2CA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C7805034-B1FC-120D-69FA-9C4CD4B735DA}"/>
              </a:ext>
            </a:extLst>
          </p:cNvPr>
          <p:cNvSpPr/>
          <p:nvPr/>
        </p:nvSpPr>
        <p:spPr>
          <a:xfrm>
            <a:off x="44351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5A3E8998-7B3D-A1A5-B23C-0CEC703A84AF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88F68B90-D66D-D9D5-5928-D50EB6C38977}"/>
              </a:ext>
            </a:extLst>
          </p:cNvPr>
          <p:cNvSpPr txBox="1"/>
          <p:nvPr/>
        </p:nvSpPr>
        <p:spPr>
          <a:xfrm>
            <a:off x="-63805" y="464647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DABF1D20-8188-DCBD-E498-AED0195D13FF}"/>
              </a:ext>
            </a:extLst>
          </p:cNvPr>
          <p:cNvSpPr txBox="1"/>
          <p:nvPr/>
        </p:nvSpPr>
        <p:spPr>
          <a:xfrm>
            <a:off x="1756984" y="466313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9543405C-77D6-1D8C-3DCF-993BCD3F872C}"/>
              </a:ext>
            </a:extLst>
          </p:cNvPr>
          <p:cNvSpPr txBox="1"/>
          <p:nvPr/>
        </p:nvSpPr>
        <p:spPr>
          <a:xfrm>
            <a:off x="3658699" y="46537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7D2CA211-5848-09E0-934F-81AD9A02BE36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4" name="Google Shape;76;p10">
            <a:extLst>
              <a:ext uri="{FF2B5EF4-FFF2-40B4-BE49-F238E27FC236}">
                <a16:creationId xmlns:a16="http://schemas.microsoft.com/office/drawing/2014/main" id="{F8FC52FF-69CA-61B6-D72B-D320BF5EA357}"/>
              </a:ext>
            </a:extLst>
          </p:cNvPr>
          <p:cNvSpPr txBox="1"/>
          <p:nvPr/>
        </p:nvSpPr>
        <p:spPr>
          <a:xfrm>
            <a:off x="7366681" y="463167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21E0D145-A72D-76DE-C9F1-8D79C16A6047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D211CA48-17C0-C912-4FFE-AB44E29C91B8}"/>
              </a:ext>
            </a:extLst>
          </p:cNvPr>
          <p:cNvSpPr txBox="1"/>
          <p:nvPr/>
        </p:nvSpPr>
        <p:spPr>
          <a:xfrm>
            <a:off x="-110420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7" name="Google Shape;76;p10">
            <a:extLst>
              <a:ext uri="{FF2B5EF4-FFF2-40B4-BE49-F238E27FC236}">
                <a16:creationId xmlns:a16="http://schemas.microsoft.com/office/drawing/2014/main" id="{D498C245-3ADC-67B4-97C3-939FA8ED37C8}"/>
              </a:ext>
            </a:extLst>
          </p:cNvPr>
          <p:cNvSpPr txBox="1"/>
          <p:nvPr/>
        </p:nvSpPr>
        <p:spPr>
          <a:xfrm>
            <a:off x="5967625" y="643019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8" name="Google Shape;76;p10">
            <a:extLst>
              <a:ext uri="{FF2B5EF4-FFF2-40B4-BE49-F238E27FC236}">
                <a16:creationId xmlns:a16="http://schemas.microsoft.com/office/drawing/2014/main" id="{8D252D32-794A-59C6-FB10-321C9DB38209}"/>
              </a:ext>
            </a:extLst>
          </p:cNvPr>
          <p:cNvSpPr txBox="1"/>
          <p:nvPr/>
        </p:nvSpPr>
        <p:spPr>
          <a:xfrm>
            <a:off x="3993435" y="640898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9" name="Google Shape;76;p10">
            <a:extLst>
              <a:ext uri="{FF2B5EF4-FFF2-40B4-BE49-F238E27FC236}">
                <a16:creationId xmlns:a16="http://schemas.microsoft.com/office/drawing/2014/main" id="{90E47182-C510-6052-D1C0-CF0993C6D18F}"/>
              </a:ext>
            </a:extLst>
          </p:cNvPr>
          <p:cNvSpPr txBox="1"/>
          <p:nvPr/>
        </p:nvSpPr>
        <p:spPr>
          <a:xfrm>
            <a:off x="2164894" y="641995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0" name="Google Shape;76;p10">
            <a:extLst>
              <a:ext uri="{FF2B5EF4-FFF2-40B4-BE49-F238E27FC236}">
                <a16:creationId xmlns:a16="http://schemas.microsoft.com/office/drawing/2014/main" id="{0B7764A6-59C0-53BD-4D10-29205027704E}"/>
              </a:ext>
            </a:extLst>
          </p:cNvPr>
          <p:cNvSpPr txBox="1"/>
          <p:nvPr/>
        </p:nvSpPr>
        <p:spPr>
          <a:xfrm>
            <a:off x="190704" y="6428881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graphicFrame>
        <p:nvGraphicFramePr>
          <p:cNvPr id="46" name="جدول 45">
            <a:extLst>
              <a:ext uri="{FF2B5EF4-FFF2-40B4-BE49-F238E27FC236}">
                <a16:creationId xmlns:a16="http://schemas.microsoft.com/office/drawing/2014/main" id="{E1C9E4B1-2235-7A1B-E2CF-2C946EC970E2}"/>
              </a:ext>
            </a:extLst>
          </p:cNvPr>
          <p:cNvGraphicFramePr>
            <a:graphicFrameLocks noGrp="1"/>
          </p:cNvGraphicFramePr>
          <p:nvPr/>
        </p:nvGraphicFramePr>
        <p:xfrm>
          <a:off x="4480256" y="-5781585"/>
          <a:ext cx="1019569" cy="281940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019569">
                  <a:extLst>
                    <a:ext uri="{9D8B030D-6E8A-4147-A177-3AD203B41FA5}">
                      <a16:colId xmlns:a16="http://schemas.microsoft.com/office/drawing/2014/main" val="4210308814"/>
                    </a:ext>
                  </a:extLst>
                </a:gridCol>
              </a:tblGrid>
              <a:tr h="67102">
                <a:tc>
                  <a:txBody>
                    <a:bodyPr/>
                    <a:lstStyle/>
                    <a:p>
                      <a:pPr algn="ctr" rtl="0" fontAlgn="ctr"/>
                      <a:r>
                        <a:rPr lang="ar-SA" sz="1800" u="none" strike="noStrike">
                          <a:effectLst/>
                        </a:rPr>
                        <a:t> </a:t>
                      </a:r>
                      <a:endParaRPr lang="ar-SA" sz="1800" b="0" i="0" u="none" strike="noStrike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12384288"/>
                  </a:ext>
                </a:extLst>
              </a:tr>
            </a:tbl>
          </a:graphicData>
        </a:graphic>
      </p:graphicFrame>
      <p:sp>
        <p:nvSpPr>
          <p:cNvPr id="12" name="Google Shape;79;p10">
            <a:extLst>
              <a:ext uri="{FF2B5EF4-FFF2-40B4-BE49-F238E27FC236}">
                <a16:creationId xmlns:a16="http://schemas.microsoft.com/office/drawing/2014/main" id="{BA2AE498-D86B-998C-64CF-20B0FF2709A1}"/>
              </a:ext>
            </a:extLst>
          </p:cNvPr>
          <p:cNvSpPr txBox="1"/>
          <p:nvPr/>
        </p:nvSpPr>
        <p:spPr>
          <a:xfrm>
            <a:off x="3417970" y="850502"/>
            <a:ext cx="4956395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 الثانوية الأولى بنات 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732D85D3-3323-BA36-29A6-A581AD242E2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16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018FE215-D93C-96C6-289A-2D5C7FE1E731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sp>
        <p:nvSpPr>
          <p:cNvPr id="17" name="Google Shape;75;p10">
            <a:extLst>
              <a:ext uri="{FF2B5EF4-FFF2-40B4-BE49-F238E27FC236}">
                <a16:creationId xmlns:a16="http://schemas.microsoft.com/office/drawing/2014/main" id="{E09D8B0C-C516-60A4-6F10-B15A4D92DAE7}"/>
              </a:ext>
            </a:extLst>
          </p:cNvPr>
          <p:cNvSpPr txBox="1"/>
          <p:nvPr/>
        </p:nvSpPr>
        <p:spPr>
          <a:xfrm>
            <a:off x="3285357" y="466219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9" name="Google Shape;132;p1">
            <a:extLst>
              <a:ext uri="{FF2B5EF4-FFF2-40B4-BE49-F238E27FC236}">
                <a16:creationId xmlns:a16="http://schemas.microsoft.com/office/drawing/2014/main" id="{174ADAB7-8323-CADD-1BDB-A56A2EF4170D}"/>
              </a:ext>
            </a:extLst>
          </p:cNvPr>
          <p:cNvPicPr preferRelativeResize="0"/>
          <p:nvPr/>
        </p:nvPicPr>
        <p:blipFill rotWithShape="1"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صورة 4">
            <a:extLst>
              <a:ext uri="{FF2B5EF4-FFF2-40B4-BE49-F238E27FC236}">
                <a16:creationId xmlns:a16="http://schemas.microsoft.com/office/drawing/2014/main" id="{9B25789E-4967-75C9-F936-E47C40717041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199474" y="5138159"/>
            <a:ext cx="1667030" cy="1223799"/>
          </a:xfrm>
          <a:prstGeom prst="rect">
            <a:avLst/>
          </a:prstGeom>
        </p:spPr>
      </p:pic>
      <p:pic>
        <p:nvPicPr>
          <p:cNvPr id="20" name="صورة 4">
            <a:extLst>
              <a:ext uri="{FF2B5EF4-FFF2-40B4-BE49-F238E27FC236}">
                <a16:creationId xmlns:a16="http://schemas.microsoft.com/office/drawing/2014/main" id="{A0B5D801-B9CF-787A-96A3-695F97FCE0B0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21871" y="5138158"/>
            <a:ext cx="1657114" cy="1234296"/>
          </a:xfrm>
          <a:prstGeom prst="rect">
            <a:avLst/>
          </a:prstGeom>
        </p:spPr>
      </p:pic>
      <p:pic>
        <p:nvPicPr>
          <p:cNvPr id="41" name="صورة 4">
            <a:extLst>
              <a:ext uri="{FF2B5EF4-FFF2-40B4-BE49-F238E27FC236}">
                <a16:creationId xmlns:a16="http://schemas.microsoft.com/office/drawing/2014/main" id="{65FFBD4B-4743-0083-3E4A-D27DDDF6E9B8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67417" y="5141473"/>
            <a:ext cx="1667030" cy="1227665"/>
          </a:xfrm>
          <a:prstGeom prst="rect">
            <a:avLst/>
          </a:prstGeom>
        </p:spPr>
      </p:pic>
      <p:sp>
        <p:nvSpPr>
          <p:cNvPr id="6" name="Google Shape;75;p10">
            <a:extLst>
              <a:ext uri="{FF2B5EF4-FFF2-40B4-BE49-F238E27FC236}">
                <a16:creationId xmlns:a16="http://schemas.microsoft.com/office/drawing/2014/main" id="{2E8BE937-5907-0D5A-CBCF-68F9FD901A54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" name="Google Shape;76;p10">
            <a:extLst>
              <a:ext uri="{FF2B5EF4-FFF2-40B4-BE49-F238E27FC236}">
                <a16:creationId xmlns:a16="http://schemas.microsoft.com/office/drawing/2014/main" id="{96CD3B36-E2BA-8314-71E4-59130975D4CB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8" name="صورة 4">
            <a:extLst>
              <a:ext uri="{FF2B5EF4-FFF2-40B4-BE49-F238E27FC236}">
                <a16:creationId xmlns:a16="http://schemas.microsoft.com/office/drawing/2014/main" id="{9757B16C-214E-E479-9436-963DE5DDD246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26048" y="1632863"/>
            <a:ext cx="1672032" cy="1099014"/>
          </a:xfrm>
          <a:prstGeom prst="rect">
            <a:avLst/>
          </a:prstGeom>
        </p:spPr>
      </p:pic>
      <p:pic>
        <p:nvPicPr>
          <p:cNvPr id="11" name="صورة 4">
            <a:extLst>
              <a:ext uri="{FF2B5EF4-FFF2-40B4-BE49-F238E27FC236}">
                <a16:creationId xmlns:a16="http://schemas.microsoft.com/office/drawing/2014/main" id="{21D4E686-67BF-6D13-5F31-D181D32E3DEE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29922" y="3415010"/>
            <a:ext cx="1646704" cy="1205212"/>
          </a:xfrm>
          <a:prstGeom prst="rect">
            <a:avLst/>
          </a:prstGeom>
        </p:spPr>
      </p:pic>
      <p:pic>
        <p:nvPicPr>
          <p:cNvPr id="18" name="صورة 4">
            <a:extLst>
              <a:ext uri="{FF2B5EF4-FFF2-40B4-BE49-F238E27FC236}">
                <a16:creationId xmlns:a16="http://schemas.microsoft.com/office/drawing/2014/main" id="{7D617674-23B5-7BFF-7DF0-2157BF0AC613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739301" y="1632863"/>
            <a:ext cx="1750740" cy="1147277"/>
          </a:xfrm>
          <a:prstGeom prst="rect">
            <a:avLst/>
          </a:prstGeom>
        </p:spPr>
      </p:pic>
      <p:pic>
        <p:nvPicPr>
          <p:cNvPr id="26" name="صورة 4">
            <a:extLst>
              <a:ext uri="{FF2B5EF4-FFF2-40B4-BE49-F238E27FC236}">
                <a16:creationId xmlns:a16="http://schemas.microsoft.com/office/drawing/2014/main" id="{9340AEBA-6232-AD11-25B5-E045C84A8EEB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13522" y="3415010"/>
            <a:ext cx="1628708" cy="1183997"/>
          </a:xfrm>
          <a:prstGeom prst="rect">
            <a:avLst/>
          </a:prstGeom>
        </p:spPr>
      </p:pic>
      <p:pic>
        <p:nvPicPr>
          <p:cNvPr id="30" name="صورة 4">
            <a:extLst>
              <a:ext uri="{FF2B5EF4-FFF2-40B4-BE49-F238E27FC236}">
                <a16:creationId xmlns:a16="http://schemas.microsoft.com/office/drawing/2014/main" id="{74E0D743-3732-D02C-51DC-8968B10FBD30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266" y="1653720"/>
            <a:ext cx="1648616" cy="1080363"/>
          </a:xfrm>
          <a:prstGeom prst="rect">
            <a:avLst/>
          </a:prstGeom>
        </p:spPr>
      </p:pic>
      <p:pic>
        <p:nvPicPr>
          <p:cNvPr id="32" name="صورة 4">
            <a:extLst>
              <a:ext uri="{FF2B5EF4-FFF2-40B4-BE49-F238E27FC236}">
                <a16:creationId xmlns:a16="http://schemas.microsoft.com/office/drawing/2014/main" id="{4ED6D8A2-E376-C9A4-14DD-CC747DCBC939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79805" y="1612006"/>
            <a:ext cx="1613992" cy="1168852"/>
          </a:xfrm>
          <a:prstGeom prst="rect">
            <a:avLst/>
          </a:prstGeom>
        </p:spPr>
      </p:pic>
      <p:pic>
        <p:nvPicPr>
          <p:cNvPr id="33" name="صورة 4">
            <a:extLst>
              <a:ext uri="{FF2B5EF4-FFF2-40B4-BE49-F238E27FC236}">
                <a16:creationId xmlns:a16="http://schemas.microsoft.com/office/drawing/2014/main" id="{F5F22F85-9613-0168-8101-FB2A6FD94834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19349" y="3415018"/>
            <a:ext cx="1581544" cy="1184605"/>
          </a:xfrm>
          <a:prstGeom prst="rect">
            <a:avLst/>
          </a:prstGeom>
        </p:spPr>
      </p:pic>
      <p:pic>
        <p:nvPicPr>
          <p:cNvPr id="34" name="صورة 4">
            <a:extLst>
              <a:ext uri="{FF2B5EF4-FFF2-40B4-BE49-F238E27FC236}">
                <a16:creationId xmlns:a16="http://schemas.microsoft.com/office/drawing/2014/main" id="{D6FCBC0B-1BC1-93A4-DB15-53B8205BE18F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676" y="3429000"/>
            <a:ext cx="1646704" cy="1185876"/>
          </a:xfrm>
          <a:prstGeom prst="rect">
            <a:avLst/>
          </a:prstGeom>
        </p:spPr>
      </p:pic>
      <p:pic>
        <p:nvPicPr>
          <p:cNvPr id="35" name="صورة 4">
            <a:extLst>
              <a:ext uri="{FF2B5EF4-FFF2-40B4-BE49-F238E27FC236}">
                <a16:creationId xmlns:a16="http://schemas.microsoft.com/office/drawing/2014/main" id="{1738F3BD-FFF5-2506-A455-5CF8197AEE9F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15220" y="1574983"/>
            <a:ext cx="1648616" cy="1207036"/>
          </a:xfrm>
          <a:prstGeom prst="rect">
            <a:avLst/>
          </a:prstGeom>
        </p:spPr>
      </p:pic>
      <p:pic>
        <p:nvPicPr>
          <p:cNvPr id="37" name="صورة 4">
            <a:extLst>
              <a:ext uri="{FF2B5EF4-FFF2-40B4-BE49-F238E27FC236}">
                <a16:creationId xmlns:a16="http://schemas.microsoft.com/office/drawing/2014/main" id="{AEE162B3-F165-3B32-15BA-3CEFA2591138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639"/>
          <a:stretch>
            <a:fillRect/>
          </a:stretch>
        </p:blipFill>
        <p:spPr>
          <a:xfrm>
            <a:off x="7542432" y="3416349"/>
            <a:ext cx="1654962" cy="119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7401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5EE3-525B-2063-50BE-64341C484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6E8F76A8-0263-794D-D264-115B2A8DDA34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46B2672B-41C1-E381-DF67-020B05866E2E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F5F2C2F6-74D3-2308-EEF9-259E3B7A5B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31B2EC12-4FA8-0111-C477-B4B1810990B8}"/>
              </a:ext>
            </a:extLst>
          </p:cNvPr>
          <p:cNvGrpSpPr/>
          <p:nvPr/>
        </p:nvGrpSpPr>
        <p:grpSpPr>
          <a:xfrm>
            <a:off x="0" y="6658993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38D42BFD-B167-7360-09CC-AD3BA068F9DB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555E1500-85A8-3AF2-AD95-657074DBB717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75" name="Google Shape;79;p10">
            <a:extLst>
              <a:ext uri="{FF2B5EF4-FFF2-40B4-BE49-F238E27FC236}">
                <a16:creationId xmlns:a16="http://schemas.microsoft.com/office/drawing/2014/main" id="{11C4D1F3-CD70-7B80-4254-DD37807E2B9F}"/>
              </a:ext>
            </a:extLst>
          </p:cNvPr>
          <p:cNvSpPr txBox="1"/>
          <p:nvPr/>
        </p:nvSpPr>
        <p:spPr>
          <a:xfrm>
            <a:off x="3378389" y="856222"/>
            <a:ext cx="4956395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100" b="1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(الثانوية الثانية  بنات</a:t>
            </a:r>
            <a:r>
              <a:rPr lang="ar-SA" sz="11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lang="ar-SA" sz="1100" b="1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)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7080A148-F682-5005-ED38-D0DE35849AB8}"/>
              </a:ext>
            </a:extLst>
          </p:cNvPr>
          <p:cNvSpPr txBox="1"/>
          <p:nvPr/>
        </p:nvSpPr>
        <p:spPr>
          <a:xfrm>
            <a:off x="9655606" y="6222234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05E92C25-5780-9246-EB57-16C1C5AEDA57}"/>
              </a:ext>
            </a:extLst>
          </p:cNvPr>
          <p:cNvSpPr/>
          <p:nvPr/>
        </p:nvSpPr>
        <p:spPr>
          <a:xfrm>
            <a:off x="7506227" y="290222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28EADC5D-A292-A87F-08E2-100D3766E284}"/>
              </a:ext>
            </a:extLst>
          </p:cNvPr>
          <p:cNvSpPr txBox="1"/>
          <p:nvPr/>
        </p:nvSpPr>
        <p:spPr>
          <a:xfrm>
            <a:off x="7361511" y="286462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F0CFCB51-E94D-5EE6-A3D8-CEFE4E5EF8D4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84682F4E-6D21-0DD2-8381-9948E1378249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E589259E-57B0-E0E1-BB3A-DEBB51F01893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5DD21624-E698-B2EE-8616-FA2CF3F871A3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50FBD8BC-500E-44E3-54BB-B81214EFD7F2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7" name="Google Shape;372;p23">
            <a:extLst>
              <a:ext uri="{FF2B5EF4-FFF2-40B4-BE49-F238E27FC236}">
                <a16:creationId xmlns:a16="http://schemas.microsoft.com/office/drawing/2014/main" id="{208B1A7D-A9A7-C0AA-9901-B1746321ABA6}"/>
              </a:ext>
            </a:extLst>
          </p:cNvPr>
          <p:cNvSpPr/>
          <p:nvPr/>
        </p:nvSpPr>
        <p:spPr>
          <a:xfrm>
            <a:off x="6086992" y="6438075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25C1048B-36A4-0436-4FD0-B981ED72BEBA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72ECFB42-FAAE-87F4-2A73-212E4DD06AED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DFE3E547-3480-95A9-15A8-47490759C53C}"/>
              </a:ext>
            </a:extLst>
          </p:cNvPr>
          <p:cNvSpPr/>
          <p:nvPr/>
        </p:nvSpPr>
        <p:spPr>
          <a:xfrm>
            <a:off x="3784099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372;p23">
            <a:extLst>
              <a:ext uri="{FF2B5EF4-FFF2-40B4-BE49-F238E27FC236}">
                <a16:creationId xmlns:a16="http://schemas.microsoft.com/office/drawing/2014/main" id="{6C5C7565-9253-E14B-853E-E459F6926ADE}"/>
              </a:ext>
            </a:extLst>
          </p:cNvPr>
          <p:cNvSpPr/>
          <p:nvPr/>
        </p:nvSpPr>
        <p:spPr>
          <a:xfrm>
            <a:off x="4199473" y="6440746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B5EA56C3-DFC9-1351-8415-A82181F9D447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3536B6E4-FAF5-9420-5AD5-997652FE1A53}"/>
              </a:ext>
            </a:extLst>
          </p:cNvPr>
          <p:cNvSpPr/>
          <p:nvPr/>
        </p:nvSpPr>
        <p:spPr>
          <a:xfrm>
            <a:off x="1915930" y="470604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372;p23">
            <a:extLst>
              <a:ext uri="{FF2B5EF4-FFF2-40B4-BE49-F238E27FC236}">
                <a16:creationId xmlns:a16="http://schemas.microsoft.com/office/drawing/2014/main" id="{40696986-A9EF-6D3D-3101-0C0EECE639F5}"/>
              </a:ext>
            </a:extLst>
          </p:cNvPr>
          <p:cNvSpPr/>
          <p:nvPr/>
        </p:nvSpPr>
        <p:spPr>
          <a:xfrm>
            <a:off x="2321871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3" name="Google Shape;372;p23">
            <a:extLst>
              <a:ext uri="{FF2B5EF4-FFF2-40B4-BE49-F238E27FC236}">
                <a16:creationId xmlns:a16="http://schemas.microsoft.com/office/drawing/2014/main" id="{04ED19EA-27BF-0AFD-00F4-62E5DF03E823}"/>
              </a:ext>
            </a:extLst>
          </p:cNvPr>
          <p:cNvSpPr/>
          <p:nvPr/>
        </p:nvSpPr>
        <p:spPr>
          <a:xfrm>
            <a:off x="367417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898F6070-E164-260E-72C6-050B121ED616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AD9CE309-706C-8CD5-8353-27B8B6409880}"/>
              </a:ext>
            </a:extLst>
          </p:cNvPr>
          <p:cNvSpPr/>
          <p:nvPr/>
        </p:nvSpPr>
        <p:spPr>
          <a:xfrm>
            <a:off x="57266" y="4705780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70917903-7BBF-F734-76A3-BACFAA1DDB0A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0ABDA2CD-B22D-D74A-5A54-2D8B02C152B4}"/>
              </a:ext>
            </a:extLst>
          </p:cNvPr>
          <p:cNvSpPr txBox="1"/>
          <p:nvPr/>
        </p:nvSpPr>
        <p:spPr>
          <a:xfrm>
            <a:off x="-49214" y="466313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39E70D66-C98B-B47D-E53B-AEF90322F92A}"/>
              </a:ext>
            </a:extLst>
          </p:cNvPr>
          <p:cNvSpPr txBox="1"/>
          <p:nvPr/>
        </p:nvSpPr>
        <p:spPr>
          <a:xfrm>
            <a:off x="1756984" y="466313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7BBDE307-329F-151B-B0F7-530E1A7B1B38}"/>
              </a:ext>
            </a:extLst>
          </p:cNvPr>
          <p:cNvSpPr txBox="1"/>
          <p:nvPr/>
        </p:nvSpPr>
        <p:spPr>
          <a:xfrm>
            <a:off x="3658699" y="46537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6B3847F0-F948-1C27-BB5B-949CA7A19110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F45FB274-2A75-9A75-7D89-8397773F0E54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7" name="Google Shape;76;p10">
            <a:extLst>
              <a:ext uri="{FF2B5EF4-FFF2-40B4-BE49-F238E27FC236}">
                <a16:creationId xmlns:a16="http://schemas.microsoft.com/office/drawing/2014/main" id="{BC3F5874-12EB-B675-CC5C-F84A786E6D4E}"/>
              </a:ext>
            </a:extLst>
          </p:cNvPr>
          <p:cNvSpPr txBox="1"/>
          <p:nvPr/>
        </p:nvSpPr>
        <p:spPr>
          <a:xfrm>
            <a:off x="5967625" y="6401908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8" name="Google Shape;76;p10">
            <a:extLst>
              <a:ext uri="{FF2B5EF4-FFF2-40B4-BE49-F238E27FC236}">
                <a16:creationId xmlns:a16="http://schemas.microsoft.com/office/drawing/2014/main" id="{3B4EF386-FA31-BDD6-8792-B308220D31B4}"/>
              </a:ext>
            </a:extLst>
          </p:cNvPr>
          <p:cNvSpPr txBox="1"/>
          <p:nvPr/>
        </p:nvSpPr>
        <p:spPr>
          <a:xfrm>
            <a:off x="3996794" y="6401908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9" name="Google Shape;76;p10">
            <a:extLst>
              <a:ext uri="{FF2B5EF4-FFF2-40B4-BE49-F238E27FC236}">
                <a16:creationId xmlns:a16="http://schemas.microsoft.com/office/drawing/2014/main" id="{1C364E6D-FA8C-4083-B3EB-552B0C6C2B3F}"/>
              </a:ext>
            </a:extLst>
          </p:cNvPr>
          <p:cNvSpPr txBox="1"/>
          <p:nvPr/>
        </p:nvSpPr>
        <p:spPr>
          <a:xfrm>
            <a:off x="2164894" y="6415842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0" name="Google Shape;76;p10">
            <a:extLst>
              <a:ext uri="{FF2B5EF4-FFF2-40B4-BE49-F238E27FC236}">
                <a16:creationId xmlns:a16="http://schemas.microsoft.com/office/drawing/2014/main" id="{AB76598F-D0BD-4B0A-D6B2-245B08C29330}"/>
              </a:ext>
            </a:extLst>
          </p:cNvPr>
          <p:cNvSpPr txBox="1"/>
          <p:nvPr/>
        </p:nvSpPr>
        <p:spPr>
          <a:xfrm>
            <a:off x="190704" y="6428881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" name="شكل حر: شكل 30">
            <a:extLst>
              <a:ext uri="{FF2B5EF4-FFF2-40B4-BE49-F238E27FC236}">
                <a16:creationId xmlns:a16="http://schemas.microsoft.com/office/drawing/2014/main" id="{E1796A97-8253-73AD-7F1D-673F98CA6812}"/>
              </a:ext>
            </a:extLst>
          </p:cNvPr>
          <p:cNvSpPr/>
          <p:nvPr/>
        </p:nvSpPr>
        <p:spPr>
          <a:xfrm rot="2700000">
            <a:off x="9725602" y="726544"/>
            <a:ext cx="4641318" cy="4238359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blipFill dpi="0" rotWithShape="0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0" eaLnBrk="1" latinLnBrk="0" hangingPunct="1"/>
            <a:endParaRPr lang="ar-SA"/>
          </a:p>
        </p:txBody>
      </p:sp>
      <p:sp>
        <p:nvSpPr>
          <p:cNvPr id="16" name="Google Shape;76;p10">
            <a:extLst>
              <a:ext uri="{FF2B5EF4-FFF2-40B4-BE49-F238E27FC236}">
                <a16:creationId xmlns:a16="http://schemas.microsoft.com/office/drawing/2014/main" id="{38DD138D-3DCA-C83B-285E-FF4CECE09761}"/>
              </a:ext>
            </a:extLst>
          </p:cNvPr>
          <p:cNvSpPr txBox="1"/>
          <p:nvPr/>
        </p:nvSpPr>
        <p:spPr>
          <a:xfrm>
            <a:off x="7408515" y="463499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pic>
        <p:nvPicPr>
          <p:cNvPr id="19" name="صورة 4">
            <a:extLst>
              <a:ext uri="{FF2B5EF4-FFF2-40B4-BE49-F238E27FC236}">
                <a16:creationId xmlns:a16="http://schemas.microsoft.com/office/drawing/2014/main" id="{4283992A-5EF4-537A-64FA-F4131FEB445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898"/>
          <a:stretch>
            <a:fillRect/>
          </a:stretch>
        </p:blipFill>
        <p:spPr>
          <a:xfrm>
            <a:off x="6079773" y="5101560"/>
            <a:ext cx="1650727" cy="1270952"/>
          </a:xfrm>
          <a:prstGeom prst="rect">
            <a:avLst/>
          </a:prstGeom>
        </p:spPr>
      </p:pic>
      <p:pic>
        <p:nvPicPr>
          <p:cNvPr id="23" name="صورة 4">
            <a:extLst>
              <a:ext uri="{FF2B5EF4-FFF2-40B4-BE49-F238E27FC236}">
                <a16:creationId xmlns:a16="http://schemas.microsoft.com/office/drawing/2014/main" id="{DF0B9586-C28F-CD22-4AE1-2B6181D3DF5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95687" y="5101560"/>
            <a:ext cx="1696035" cy="1258650"/>
          </a:xfrm>
          <a:prstGeom prst="rect">
            <a:avLst/>
          </a:prstGeom>
        </p:spPr>
      </p:pic>
      <p:pic>
        <p:nvPicPr>
          <p:cNvPr id="26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FA00EE69-CE27-B7EB-036F-1D8095D2E1DC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28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28A45305-26FE-F6E0-0FEE-102C7E72AB43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sp>
        <p:nvSpPr>
          <p:cNvPr id="29" name="Google Shape;75;p10">
            <a:extLst>
              <a:ext uri="{FF2B5EF4-FFF2-40B4-BE49-F238E27FC236}">
                <a16:creationId xmlns:a16="http://schemas.microsoft.com/office/drawing/2014/main" id="{0318E31B-D128-4A8C-027C-56949AB08CDE}"/>
              </a:ext>
            </a:extLst>
          </p:cNvPr>
          <p:cNvSpPr txBox="1"/>
          <p:nvPr/>
        </p:nvSpPr>
        <p:spPr>
          <a:xfrm>
            <a:off x="3285357" y="466219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30" name="Google Shape;132;p1">
            <a:extLst>
              <a:ext uri="{FF2B5EF4-FFF2-40B4-BE49-F238E27FC236}">
                <a16:creationId xmlns:a16="http://schemas.microsoft.com/office/drawing/2014/main" id="{D585876A-1015-5BB7-DD95-B0887C58F547}"/>
              </a:ext>
            </a:extLst>
          </p:cNvPr>
          <p:cNvPicPr preferRelativeResize="0"/>
          <p:nvPr/>
        </p:nvPicPr>
        <p:blipFill rotWithShape="1"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53756"/>
            <a:ext cx="1097808" cy="60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صورة 4">
            <a:extLst>
              <a:ext uri="{FF2B5EF4-FFF2-40B4-BE49-F238E27FC236}">
                <a16:creationId xmlns:a16="http://schemas.microsoft.com/office/drawing/2014/main" id="{962E8CC4-1806-A334-921C-E683BC807C12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9819" y="5092147"/>
            <a:ext cx="1707671" cy="1280364"/>
          </a:xfrm>
          <a:prstGeom prst="rect">
            <a:avLst/>
          </a:prstGeom>
        </p:spPr>
      </p:pic>
      <p:pic>
        <p:nvPicPr>
          <p:cNvPr id="13" name="صورة 4">
            <a:extLst>
              <a:ext uri="{FF2B5EF4-FFF2-40B4-BE49-F238E27FC236}">
                <a16:creationId xmlns:a16="http://schemas.microsoft.com/office/drawing/2014/main" id="{407B8261-CAEF-5FC8-62FB-2596C75F253B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911"/>
          <a:stretch>
            <a:fillRect/>
          </a:stretch>
        </p:blipFill>
        <p:spPr>
          <a:xfrm>
            <a:off x="288712" y="5087506"/>
            <a:ext cx="1748179" cy="1298194"/>
          </a:xfrm>
          <a:prstGeom prst="rect">
            <a:avLst/>
          </a:prstGeom>
        </p:spPr>
      </p:pic>
      <p:sp>
        <p:nvSpPr>
          <p:cNvPr id="5" name="Google Shape;75;p10">
            <a:extLst>
              <a:ext uri="{FF2B5EF4-FFF2-40B4-BE49-F238E27FC236}">
                <a16:creationId xmlns:a16="http://schemas.microsoft.com/office/drawing/2014/main" id="{B64A816C-0235-C2C5-BE74-3442D2DAA1A3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" name="Google Shape;76;p10">
            <a:extLst>
              <a:ext uri="{FF2B5EF4-FFF2-40B4-BE49-F238E27FC236}">
                <a16:creationId xmlns:a16="http://schemas.microsoft.com/office/drawing/2014/main" id="{252AA4E4-FCC3-C089-5CBF-5C10F3065F91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3" name="صورة 4">
            <a:extLst>
              <a:ext uri="{FF2B5EF4-FFF2-40B4-BE49-F238E27FC236}">
                <a16:creationId xmlns:a16="http://schemas.microsoft.com/office/drawing/2014/main" id="{DB97C130-5FF1-1DE1-2C0C-0BF9D4562E91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0280" y="1492122"/>
            <a:ext cx="1619060" cy="1258619"/>
          </a:xfrm>
          <a:prstGeom prst="rect">
            <a:avLst/>
          </a:prstGeom>
        </p:spPr>
      </p:pic>
      <p:pic>
        <p:nvPicPr>
          <p:cNvPr id="8" name="صورة 4">
            <a:extLst>
              <a:ext uri="{FF2B5EF4-FFF2-40B4-BE49-F238E27FC236}">
                <a16:creationId xmlns:a16="http://schemas.microsoft.com/office/drawing/2014/main" id="{F881A393-7363-97CF-B641-3B2025F34568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334"/>
          <a:stretch>
            <a:fillRect/>
          </a:stretch>
        </p:blipFill>
        <p:spPr>
          <a:xfrm>
            <a:off x="7506227" y="1479726"/>
            <a:ext cx="1688707" cy="1284357"/>
          </a:xfrm>
          <a:prstGeom prst="rect">
            <a:avLst/>
          </a:prstGeom>
        </p:spPr>
      </p:pic>
      <p:pic>
        <p:nvPicPr>
          <p:cNvPr id="9" name="صورة 4">
            <a:extLst>
              <a:ext uri="{FF2B5EF4-FFF2-40B4-BE49-F238E27FC236}">
                <a16:creationId xmlns:a16="http://schemas.microsoft.com/office/drawing/2014/main" id="{6D721C21-018F-F334-866A-3007A6436CAB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78942" y="3344642"/>
            <a:ext cx="1670229" cy="1230255"/>
          </a:xfrm>
          <a:prstGeom prst="rect">
            <a:avLst/>
          </a:prstGeom>
        </p:spPr>
      </p:pic>
      <p:pic>
        <p:nvPicPr>
          <p:cNvPr id="21" name="صورة 4">
            <a:extLst>
              <a:ext uri="{FF2B5EF4-FFF2-40B4-BE49-F238E27FC236}">
                <a16:creationId xmlns:a16="http://schemas.microsoft.com/office/drawing/2014/main" id="{CB6C62BD-4CAB-B40A-CD84-77D4839036E6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52"/>
          <a:stretch>
            <a:fillRect/>
          </a:stretch>
        </p:blipFill>
        <p:spPr>
          <a:xfrm>
            <a:off x="3784099" y="3337404"/>
            <a:ext cx="1670229" cy="1244016"/>
          </a:xfrm>
          <a:prstGeom prst="rect">
            <a:avLst/>
          </a:prstGeom>
        </p:spPr>
      </p:pic>
      <p:pic>
        <p:nvPicPr>
          <p:cNvPr id="31" name="صورة 4">
            <a:extLst>
              <a:ext uri="{FF2B5EF4-FFF2-40B4-BE49-F238E27FC236}">
                <a16:creationId xmlns:a16="http://schemas.microsoft.com/office/drawing/2014/main" id="{62BA9AAC-6BF4-59EC-E219-7BD97FA11833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729"/>
          <a:stretch>
            <a:fillRect/>
          </a:stretch>
        </p:blipFill>
        <p:spPr>
          <a:xfrm>
            <a:off x="1905602" y="1492121"/>
            <a:ext cx="1750830" cy="1275203"/>
          </a:xfrm>
          <a:prstGeom prst="rect">
            <a:avLst/>
          </a:prstGeom>
        </p:spPr>
      </p:pic>
      <p:pic>
        <p:nvPicPr>
          <p:cNvPr id="32" name="صورة 4">
            <a:extLst>
              <a:ext uri="{FF2B5EF4-FFF2-40B4-BE49-F238E27FC236}">
                <a16:creationId xmlns:a16="http://schemas.microsoft.com/office/drawing/2014/main" id="{6D363F5F-8590-7834-43CC-BF77E1EA2BEA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306" b="-77"/>
          <a:stretch>
            <a:fillRect/>
          </a:stretch>
        </p:blipFill>
        <p:spPr>
          <a:xfrm>
            <a:off x="5651950" y="1479725"/>
            <a:ext cx="1668792" cy="1266089"/>
          </a:xfrm>
          <a:prstGeom prst="rect">
            <a:avLst/>
          </a:prstGeom>
        </p:spPr>
      </p:pic>
      <p:pic>
        <p:nvPicPr>
          <p:cNvPr id="33" name="صورة 4">
            <a:extLst>
              <a:ext uri="{FF2B5EF4-FFF2-40B4-BE49-F238E27FC236}">
                <a16:creationId xmlns:a16="http://schemas.microsoft.com/office/drawing/2014/main" id="{2BC0FB56-16A7-BE07-7DB1-0FA8AF38DA60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758"/>
          <a:stretch>
            <a:fillRect/>
          </a:stretch>
        </p:blipFill>
        <p:spPr>
          <a:xfrm>
            <a:off x="147525" y="3337404"/>
            <a:ext cx="1644850" cy="1249503"/>
          </a:xfrm>
          <a:prstGeom prst="rect">
            <a:avLst/>
          </a:prstGeom>
        </p:spPr>
      </p:pic>
      <p:pic>
        <p:nvPicPr>
          <p:cNvPr id="34" name="صورة 4">
            <a:extLst>
              <a:ext uri="{FF2B5EF4-FFF2-40B4-BE49-F238E27FC236}">
                <a16:creationId xmlns:a16="http://schemas.microsoft.com/office/drawing/2014/main" id="{37E2871A-EEC1-C9CA-A804-E7504BC41E49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82461" y="3344644"/>
            <a:ext cx="1644850" cy="1244015"/>
          </a:xfrm>
          <a:prstGeom prst="rect">
            <a:avLst/>
          </a:prstGeom>
        </p:spPr>
      </p:pic>
      <p:pic>
        <p:nvPicPr>
          <p:cNvPr id="35" name="صورة 4">
            <a:extLst>
              <a:ext uri="{FF2B5EF4-FFF2-40B4-BE49-F238E27FC236}">
                <a16:creationId xmlns:a16="http://schemas.microsoft.com/office/drawing/2014/main" id="{BB38F692-B987-1CFF-991B-58620E5145D0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34656" y="1492123"/>
            <a:ext cx="1631809" cy="1276992"/>
          </a:xfrm>
          <a:prstGeom prst="rect">
            <a:avLst/>
          </a:prstGeom>
        </p:spPr>
      </p:pic>
      <p:pic>
        <p:nvPicPr>
          <p:cNvPr id="37" name="صورة 4">
            <a:extLst>
              <a:ext uri="{FF2B5EF4-FFF2-40B4-BE49-F238E27FC236}">
                <a16:creationId xmlns:a16="http://schemas.microsoft.com/office/drawing/2014/main" id="{7F6DC1D4-FD00-AC91-65B4-6E530B9B65AB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146"/>
          <a:stretch>
            <a:fillRect/>
          </a:stretch>
        </p:blipFill>
        <p:spPr>
          <a:xfrm>
            <a:off x="7595770" y="3344643"/>
            <a:ext cx="1619060" cy="1230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5112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9E7E2-E7A8-A934-0E3F-907CE75C8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B19AD623-13F5-63B9-F35C-312B0520916A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CBE3E403-C6A5-B4B7-8F80-E10335B947EC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2D36EC01-92EA-3B8A-616D-643A5C30F0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C1CC17FF-AEA3-C79F-D17C-0844F1939FE7}"/>
              </a:ext>
            </a:extLst>
          </p:cNvPr>
          <p:cNvGrpSpPr/>
          <p:nvPr/>
        </p:nvGrpSpPr>
        <p:grpSpPr>
          <a:xfrm>
            <a:off x="0" y="6658993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7567B8AB-C526-4DB0-C748-B1836AFC1BF2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3F5023EA-CDDE-CC21-B2D3-37A5B5AC2EED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31" name="شكل حر: شكل 30">
            <a:extLst>
              <a:ext uri="{FF2B5EF4-FFF2-40B4-BE49-F238E27FC236}">
                <a16:creationId xmlns:a16="http://schemas.microsoft.com/office/drawing/2014/main" id="{05631CD8-1A42-C8C5-9B6A-EF5F1C5C98F7}"/>
              </a:ext>
            </a:extLst>
          </p:cNvPr>
          <p:cNvSpPr/>
          <p:nvPr/>
        </p:nvSpPr>
        <p:spPr>
          <a:xfrm rot="2700000">
            <a:off x="9647363" y="692049"/>
            <a:ext cx="4753477" cy="4278591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blipFill dpi="0" rotWithShape="0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0504551F-8DEB-0C13-3C43-406C4DBCA1AE}"/>
              </a:ext>
            </a:extLst>
          </p:cNvPr>
          <p:cNvSpPr txBox="1"/>
          <p:nvPr/>
        </p:nvSpPr>
        <p:spPr>
          <a:xfrm>
            <a:off x="9374420" y="6227512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C875B884-AF3D-C4A9-2A0E-EED1CA3352DF}"/>
              </a:ext>
            </a:extLst>
          </p:cNvPr>
          <p:cNvSpPr/>
          <p:nvPr/>
        </p:nvSpPr>
        <p:spPr>
          <a:xfrm>
            <a:off x="7530169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F8B5BB5F-A3B6-418D-E5B5-5B044B386B20}"/>
              </a:ext>
            </a:extLst>
          </p:cNvPr>
          <p:cNvSpPr txBox="1"/>
          <p:nvPr/>
        </p:nvSpPr>
        <p:spPr>
          <a:xfrm>
            <a:off x="7342230" y="28241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63AFBF6A-158A-4BA6-4D42-F3D214DC896D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00DA9E89-6865-B929-6E64-6021F1273978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41BF5740-4860-2FB0-418D-F60D5A1D52AF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FEC84B9E-583D-60C4-2F8E-1E9A45DDD1E7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2B239090-52AC-8E09-ADFB-6D8E9D50A819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7" name="Google Shape;372;p23">
            <a:extLst>
              <a:ext uri="{FF2B5EF4-FFF2-40B4-BE49-F238E27FC236}">
                <a16:creationId xmlns:a16="http://schemas.microsoft.com/office/drawing/2014/main" id="{0890EC74-5C24-B373-F636-BC44CC613EE8}"/>
              </a:ext>
            </a:extLst>
          </p:cNvPr>
          <p:cNvSpPr/>
          <p:nvPr/>
        </p:nvSpPr>
        <p:spPr>
          <a:xfrm>
            <a:off x="6084121" y="642416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58" name="صورة 4">
            <a:extLst>
              <a:ext uri="{FF2B5EF4-FFF2-40B4-BE49-F238E27FC236}">
                <a16:creationId xmlns:a16="http://schemas.microsoft.com/office/drawing/2014/main" id="{1F68835F-0650-B4DC-FA7D-DDCC7F945BA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67418" y="5060290"/>
            <a:ext cx="1657114" cy="1312280"/>
          </a:xfrm>
          <a:prstGeom prst="rect">
            <a:avLst/>
          </a:prstGeom>
        </p:spPr>
      </p:pic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FAE3F0E1-C6AC-C23C-2EE7-A0705F1B891D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06908A91-32DD-8A94-DE22-37E5D3EC4F92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2697F83D-61BE-95BB-A20D-280B04D1A0AF}"/>
              </a:ext>
            </a:extLst>
          </p:cNvPr>
          <p:cNvSpPr/>
          <p:nvPr/>
        </p:nvSpPr>
        <p:spPr>
          <a:xfrm>
            <a:off x="3777144" y="468548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372;p23">
            <a:extLst>
              <a:ext uri="{FF2B5EF4-FFF2-40B4-BE49-F238E27FC236}">
                <a16:creationId xmlns:a16="http://schemas.microsoft.com/office/drawing/2014/main" id="{CCC1061C-B79E-1242-3958-9B4C80639D45}"/>
              </a:ext>
            </a:extLst>
          </p:cNvPr>
          <p:cNvSpPr/>
          <p:nvPr/>
        </p:nvSpPr>
        <p:spPr>
          <a:xfrm>
            <a:off x="4199473" y="642998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614CEC53-41CE-34BF-B9D6-2CB4059CAF94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8A8638A1-61D9-88C7-E197-4541DD4A1833}"/>
              </a:ext>
            </a:extLst>
          </p:cNvPr>
          <p:cNvSpPr/>
          <p:nvPr/>
        </p:nvSpPr>
        <p:spPr>
          <a:xfrm>
            <a:off x="1913363" y="4652060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372;p23">
            <a:extLst>
              <a:ext uri="{FF2B5EF4-FFF2-40B4-BE49-F238E27FC236}">
                <a16:creationId xmlns:a16="http://schemas.microsoft.com/office/drawing/2014/main" id="{A98531DE-9C3A-73CF-1FB1-C22F7667BD3D}"/>
              </a:ext>
            </a:extLst>
          </p:cNvPr>
          <p:cNvSpPr/>
          <p:nvPr/>
        </p:nvSpPr>
        <p:spPr>
          <a:xfrm>
            <a:off x="2321871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3" name="Google Shape;372;p23">
            <a:extLst>
              <a:ext uri="{FF2B5EF4-FFF2-40B4-BE49-F238E27FC236}">
                <a16:creationId xmlns:a16="http://schemas.microsoft.com/office/drawing/2014/main" id="{A7041E3D-61D2-59D1-B0F2-BBC8EC04B333}"/>
              </a:ext>
            </a:extLst>
          </p:cNvPr>
          <p:cNvSpPr/>
          <p:nvPr/>
        </p:nvSpPr>
        <p:spPr>
          <a:xfrm>
            <a:off x="367417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D0C577BB-1EFE-F35A-7963-123A664FD958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E5BCED8D-39C3-B5F6-D5F4-1E3A98CC0896}"/>
              </a:ext>
            </a:extLst>
          </p:cNvPr>
          <p:cNvSpPr/>
          <p:nvPr/>
        </p:nvSpPr>
        <p:spPr>
          <a:xfrm>
            <a:off x="57266" y="464550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1F109F75-083F-8F9D-29B8-22097C7D37BB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5128FCE7-A645-2A10-3353-2F0FBF772A6B}"/>
              </a:ext>
            </a:extLst>
          </p:cNvPr>
          <p:cNvSpPr txBox="1"/>
          <p:nvPr/>
        </p:nvSpPr>
        <p:spPr>
          <a:xfrm>
            <a:off x="-68764" y="460914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43A44AA7-5DF6-7377-B766-9DA79B1E0D57}"/>
              </a:ext>
            </a:extLst>
          </p:cNvPr>
          <p:cNvSpPr txBox="1"/>
          <p:nvPr/>
        </p:nvSpPr>
        <p:spPr>
          <a:xfrm>
            <a:off x="1776887" y="4613021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B9EF042C-4F0F-9800-8751-F787B322F919}"/>
              </a:ext>
            </a:extLst>
          </p:cNvPr>
          <p:cNvSpPr txBox="1"/>
          <p:nvPr/>
        </p:nvSpPr>
        <p:spPr>
          <a:xfrm>
            <a:off x="3649739" y="463012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74D96E60-6257-9866-C52B-EFB48DCEE98A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4" name="Google Shape;76;p10">
            <a:extLst>
              <a:ext uri="{FF2B5EF4-FFF2-40B4-BE49-F238E27FC236}">
                <a16:creationId xmlns:a16="http://schemas.microsoft.com/office/drawing/2014/main" id="{C1F45CA3-C2C0-FF10-330F-5C8A65FD9303}"/>
              </a:ext>
            </a:extLst>
          </p:cNvPr>
          <p:cNvSpPr txBox="1"/>
          <p:nvPr/>
        </p:nvSpPr>
        <p:spPr>
          <a:xfrm>
            <a:off x="7366681" y="463167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845A50CD-991C-7163-A026-AD5B07C2E1B3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B46DF8F1-B635-FA00-A629-301EEF6D2360}"/>
              </a:ext>
            </a:extLst>
          </p:cNvPr>
          <p:cNvSpPr txBox="1"/>
          <p:nvPr/>
        </p:nvSpPr>
        <p:spPr>
          <a:xfrm>
            <a:off x="-135470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7" name="Google Shape;76;p10">
            <a:extLst>
              <a:ext uri="{FF2B5EF4-FFF2-40B4-BE49-F238E27FC236}">
                <a16:creationId xmlns:a16="http://schemas.microsoft.com/office/drawing/2014/main" id="{C1D9E088-D8DB-DD57-3A9C-919504930D4C}"/>
              </a:ext>
            </a:extLst>
          </p:cNvPr>
          <p:cNvSpPr txBox="1"/>
          <p:nvPr/>
        </p:nvSpPr>
        <p:spPr>
          <a:xfrm>
            <a:off x="6006777" y="638707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8" name="Google Shape;76;p10">
            <a:extLst>
              <a:ext uri="{FF2B5EF4-FFF2-40B4-BE49-F238E27FC236}">
                <a16:creationId xmlns:a16="http://schemas.microsoft.com/office/drawing/2014/main" id="{F240A68E-4101-138B-0571-027E73B1066F}"/>
              </a:ext>
            </a:extLst>
          </p:cNvPr>
          <p:cNvSpPr txBox="1"/>
          <p:nvPr/>
        </p:nvSpPr>
        <p:spPr>
          <a:xfrm>
            <a:off x="3993435" y="640898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9" name="Google Shape;76;p10">
            <a:extLst>
              <a:ext uri="{FF2B5EF4-FFF2-40B4-BE49-F238E27FC236}">
                <a16:creationId xmlns:a16="http://schemas.microsoft.com/office/drawing/2014/main" id="{0E846F4E-904C-5FD1-365F-5487BCCBDE8A}"/>
              </a:ext>
            </a:extLst>
          </p:cNvPr>
          <p:cNvSpPr txBox="1"/>
          <p:nvPr/>
        </p:nvSpPr>
        <p:spPr>
          <a:xfrm>
            <a:off x="2164894" y="641995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0" name="Google Shape;76;p10">
            <a:extLst>
              <a:ext uri="{FF2B5EF4-FFF2-40B4-BE49-F238E27FC236}">
                <a16:creationId xmlns:a16="http://schemas.microsoft.com/office/drawing/2014/main" id="{2C559F31-4A5E-0FAA-91A8-2FB3CE3BABB9}"/>
              </a:ext>
            </a:extLst>
          </p:cNvPr>
          <p:cNvSpPr txBox="1"/>
          <p:nvPr/>
        </p:nvSpPr>
        <p:spPr>
          <a:xfrm>
            <a:off x="190704" y="6428881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1" name="Google Shape;79;p10">
            <a:extLst>
              <a:ext uri="{FF2B5EF4-FFF2-40B4-BE49-F238E27FC236}">
                <a16:creationId xmlns:a16="http://schemas.microsoft.com/office/drawing/2014/main" id="{FFE5B8A0-0DA1-7190-4F50-6115217DC4D9}"/>
              </a:ext>
            </a:extLst>
          </p:cNvPr>
          <p:cNvSpPr txBox="1"/>
          <p:nvPr/>
        </p:nvSpPr>
        <p:spPr>
          <a:xfrm>
            <a:off x="3417970" y="850502"/>
            <a:ext cx="4956395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 الروضة الاولى  بنات 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08C53639-274D-FC2A-DF6A-FADA6D4206E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14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33E833E6-422C-2073-8740-EB7D8FC0C74C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sp>
        <p:nvSpPr>
          <p:cNvPr id="15" name="Google Shape;75;p10">
            <a:extLst>
              <a:ext uri="{FF2B5EF4-FFF2-40B4-BE49-F238E27FC236}">
                <a16:creationId xmlns:a16="http://schemas.microsoft.com/office/drawing/2014/main" id="{5DDCBDC8-8F2E-F239-C2E7-76842BD81036}"/>
              </a:ext>
            </a:extLst>
          </p:cNvPr>
          <p:cNvSpPr txBox="1"/>
          <p:nvPr/>
        </p:nvSpPr>
        <p:spPr>
          <a:xfrm>
            <a:off x="3285357" y="466219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7" name="Google Shape;132;p1">
            <a:extLst>
              <a:ext uri="{FF2B5EF4-FFF2-40B4-BE49-F238E27FC236}">
                <a16:creationId xmlns:a16="http://schemas.microsoft.com/office/drawing/2014/main" id="{F1AF4955-CACC-A4DA-1A08-1ECDFAD5157C}"/>
              </a:ext>
            </a:extLst>
          </p:cNvPr>
          <p:cNvPicPr preferRelativeResize="0"/>
          <p:nvPr/>
        </p:nvPicPr>
        <p:blipFill rotWithShape="1"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صورة 4">
            <a:extLst>
              <a:ext uri="{FF2B5EF4-FFF2-40B4-BE49-F238E27FC236}">
                <a16:creationId xmlns:a16="http://schemas.microsoft.com/office/drawing/2014/main" id="{E47E71B1-0EF9-FECB-F418-75BDCE9E5255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00034" y="5065102"/>
            <a:ext cx="1641201" cy="1315019"/>
          </a:xfrm>
          <a:prstGeom prst="rect">
            <a:avLst/>
          </a:prstGeom>
        </p:spPr>
      </p:pic>
      <p:pic>
        <p:nvPicPr>
          <p:cNvPr id="7" name="صورة 4">
            <a:extLst>
              <a:ext uri="{FF2B5EF4-FFF2-40B4-BE49-F238E27FC236}">
                <a16:creationId xmlns:a16="http://schemas.microsoft.com/office/drawing/2014/main" id="{A130330C-E2A2-E7F0-38E4-AD6602CCF7D1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21871" y="5065101"/>
            <a:ext cx="1649529" cy="1321973"/>
          </a:xfrm>
          <a:prstGeom prst="rect">
            <a:avLst/>
          </a:prstGeom>
        </p:spPr>
      </p:pic>
      <p:pic>
        <p:nvPicPr>
          <p:cNvPr id="8" name="صورة 4">
            <a:extLst>
              <a:ext uri="{FF2B5EF4-FFF2-40B4-BE49-F238E27FC236}">
                <a16:creationId xmlns:a16="http://schemas.microsoft.com/office/drawing/2014/main" id="{FF22AB2D-A0E7-A8A4-594F-AA0B34D4C68C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14846" y="5071263"/>
            <a:ext cx="1641742" cy="131502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6D2E49D-DCA2-033A-0DD6-AFCB5352E860}"/>
              </a:ext>
            </a:extLst>
          </p:cNvPr>
          <p:cNvSpPr txBox="1"/>
          <p:nvPr/>
        </p:nvSpPr>
        <p:spPr>
          <a:xfrm>
            <a:off x="6525981" y="2438544"/>
            <a:ext cx="816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1" eaLnBrk="1" latinLnBrk="0" hangingPunct="1"/>
            <a:r>
              <a:rPr lang="ar-SA" sz="5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٢٠٢٥/٠٥/١٩</a:t>
            </a:r>
            <a:r>
              <a:rPr lang="ar-SA" sz="6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ar-SA" sz="5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١٢:٤٨:٥٠م</a:t>
            </a:r>
          </a:p>
          <a:p>
            <a:pPr marL="0" algn="r" defTabSz="914400" rtl="1" eaLnBrk="1" latinLnBrk="0" hangingPunct="1"/>
            <a:r>
              <a:rPr lang="ar-SA" sz="5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العارضة</a:t>
            </a:r>
          </a:p>
          <a:p>
            <a:pPr marL="0" algn="r" defTabSz="914400" rtl="1" eaLnBrk="1" latinLnBrk="0" hangingPunct="1"/>
            <a:r>
              <a:rPr lang="ar-SA" sz="5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الروضة الأولى بالعارضة بنات</a:t>
            </a:r>
            <a:endParaRPr lang="en-SA" sz="50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B4E9A9-2AA9-D533-44E7-70B80EB8A07A}"/>
              </a:ext>
            </a:extLst>
          </p:cNvPr>
          <p:cNvSpPr txBox="1"/>
          <p:nvPr/>
        </p:nvSpPr>
        <p:spPr>
          <a:xfrm>
            <a:off x="8422658" y="4242158"/>
            <a:ext cx="816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1" eaLnBrk="1" latinLnBrk="0" hangingPunct="1"/>
            <a:r>
              <a:rPr lang="ar-SA" sz="5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٢٠٢٥/٠٥/١٩</a:t>
            </a:r>
            <a:r>
              <a:rPr lang="ar-SA" sz="6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ar-SA" sz="5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١٢:٤٥:٣٦م</a:t>
            </a:r>
          </a:p>
          <a:p>
            <a:pPr marL="0" algn="r" defTabSz="914400" rtl="1" eaLnBrk="1" latinLnBrk="0" hangingPunct="1"/>
            <a:r>
              <a:rPr lang="ar-SA" sz="5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العارضة</a:t>
            </a:r>
          </a:p>
          <a:p>
            <a:pPr marL="0" algn="r" defTabSz="914400" rtl="1" eaLnBrk="1" latinLnBrk="0" hangingPunct="1"/>
            <a:r>
              <a:rPr lang="ar-SA" sz="5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الروضة الأولى بالعارضة بنات</a:t>
            </a:r>
            <a:endParaRPr lang="en-SA" sz="50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3" name="Google Shape;75;p10">
            <a:extLst>
              <a:ext uri="{FF2B5EF4-FFF2-40B4-BE49-F238E27FC236}">
                <a16:creationId xmlns:a16="http://schemas.microsoft.com/office/drawing/2014/main" id="{37FBB3EB-C1B1-F703-06DB-3CA5BCF68D19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" name="Google Shape;76;p10">
            <a:extLst>
              <a:ext uri="{FF2B5EF4-FFF2-40B4-BE49-F238E27FC236}">
                <a16:creationId xmlns:a16="http://schemas.microsoft.com/office/drawing/2014/main" id="{2FF94566-0D2B-88EC-7B02-58045E2833BF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2" name="صورة 4">
            <a:extLst>
              <a:ext uri="{FF2B5EF4-FFF2-40B4-BE49-F238E27FC236}">
                <a16:creationId xmlns:a16="http://schemas.microsoft.com/office/drawing/2014/main" id="{7354C29B-78A3-54E4-FB0B-7D051FD67950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6989" y="3251674"/>
            <a:ext cx="1607391" cy="1305531"/>
          </a:xfrm>
          <a:prstGeom prst="rect">
            <a:avLst/>
          </a:prstGeom>
        </p:spPr>
      </p:pic>
      <p:pic>
        <p:nvPicPr>
          <p:cNvPr id="19" name="صورة 4">
            <a:extLst>
              <a:ext uri="{FF2B5EF4-FFF2-40B4-BE49-F238E27FC236}">
                <a16:creationId xmlns:a16="http://schemas.microsoft.com/office/drawing/2014/main" id="{527B771C-790D-7712-BDB3-0DFE559D2F50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5400000">
            <a:off x="7738895" y="1322710"/>
            <a:ext cx="1239660" cy="1657113"/>
          </a:xfrm>
          <a:prstGeom prst="rect">
            <a:avLst/>
          </a:prstGeom>
        </p:spPr>
      </p:pic>
      <p:pic>
        <p:nvPicPr>
          <p:cNvPr id="24" name="صورة 4">
            <a:extLst>
              <a:ext uri="{FF2B5EF4-FFF2-40B4-BE49-F238E27FC236}">
                <a16:creationId xmlns:a16="http://schemas.microsoft.com/office/drawing/2014/main" id="{30AF8250-7B05-E412-4AB4-107AC7D7365E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5400000">
            <a:off x="3993542" y="1323430"/>
            <a:ext cx="1231271" cy="1664068"/>
          </a:xfrm>
          <a:prstGeom prst="rect">
            <a:avLst/>
          </a:prstGeom>
        </p:spPr>
      </p:pic>
      <p:pic>
        <p:nvPicPr>
          <p:cNvPr id="26" name="صورة 4">
            <a:extLst>
              <a:ext uri="{FF2B5EF4-FFF2-40B4-BE49-F238E27FC236}">
                <a16:creationId xmlns:a16="http://schemas.microsoft.com/office/drawing/2014/main" id="{FDB44981-9979-9DF9-DD2E-DE005140D56C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464"/>
          <a:stretch>
            <a:fillRect/>
          </a:stretch>
        </p:blipFill>
        <p:spPr>
          <a:xfrm>
            <a:off x="1878979" y="1539828"/>
            <a:ext cx="1713423" cy="1231269"/>
          </a:xfrm>
          <a:prstGeom prst="rect">
            <a:avLst/>
          </a:prstGeom>
        </p:spPr>
      </p:pic>
      <p:pic>
        <p:nvPicPr>
          <p:cNvPr id="29" name="صورة 4">
            <a:extLst>
              <a:ext uri="{FF2B5EF4-FFF2-40B4-BE49-F238E27FC236}">
                <a16:creationId xmlns:a16="http://schemas.microsoft.com/office/drawing/2014/main" id="{33E71F81-E4F5-0771-41DF-E57DDE017DDA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5400000">
            <a:off x="5873071" y="1323428"/>
            <a:ext cx="1231269" cy="1664069"/>
          </a:xfrm>
          <a:prstGeom prst="rect">
            <a:avLst/>
          </a:prstGeom>
        </p:spPr>
      </p:pic>
      <p:pic>
        <p:nvPicPr>
          <p:cNvPr id="32" name="صورة 4">
            <a:extLst>
              <a:ext uri="{FF2B5EF4-FFF2-40B4-BE49-F238E27FC236}">
                <a16:creationId xmlns:a16="http://schemas.microsoft.com/office/drawing/2014/main" id="{C45C2955-AE1B-E60C-5607-79FB1ED337D4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25"/>
          <a:stretch>
            <a:fillRect/>
          </a:stretch>
        </p:blipFill>
        <p:spPr>
          <a:xfrm>
            <a:off x="3792597" y="3308272"/>
            <a:ext cx="1687577" cy="1273339"/>
          </a:xfrm>
          <a:prstGeom prst="rect">
            <a:avLst/>
          </a:prstGeom>
        </p:spPr>
      </p:pic>
      <p:pic>
        <p:nvPicPr>
          <p:cNvPr id="33" name="صورة 4">
            <a:extLst>
              <a:ext uri="{FF2B5EF4-FFF2-40B4-BE49-F238E27FC236}">
                <a16:creationId xmlns:a16="http://schemas.microsoft.com/office/drawing/2014/main" id="{08572931-D576-3316-0025-00B4A30DBAD3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802"/>
          <a:stretch>
            <a:fillRect/>
          </a:stretch>
        </p:blipFill>
        <p:spPr>
          <a:xfrm>
            <a:off x="1914913" y="3297888"/>
            <a:ext cx="1683823" cy="1283723"/>
          </a:xfrm>
          <a:prstGeom prst="rect">
            <a:avLst/>
          </a:prstGeom>
        </p:spPr>
      </p:pic>
      <p:pic>
        <p:nvPicPr>
          <p:cNvPr id="34" name="صورة 4">
            <a:extLst>
              <a:ext uri="{FF2B5EF4-FFF2-40B4-BE49-F238E27FC236}">
                <a16:creationId xmlns:a16="http://schemas.microsoft.com/office/drawing/2014/main" id="{BE292AF3-6440-BE00-758B-3314E5EC884F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38" r="-4141"/>
          <a:stretch>
            <a:fillRect/>
          </a:stretch>
        </p:blipFill>
        <p:spPr>
          <a:xfrm>
            <a:off x="94837" y="1531436"/>
            <a:ext cx="1713423" cy="1231269"/>
          </a:xfrm>
          <a:prstGeom prst="rect">
            <a:avLst/>
          </a:prstGeom>
        </p:spPr>
      </p:pic>
      <p:pic>
        <p:nvPicPr>
          <p:cNvPr id="35" name="صورة 4">
            <a:extLst>
              <a:ext uri="{FF2B5EF4-FFF2-40B4-BE49-F238E27FC236}">
                <a16:creationId xmlns:a16="http://schemas.microsoft.com/office/drawing/2014/main" id="{01CC91EA-B0DB-9E28-4FC5-9C8B0F60E7CF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31"/>
          <a:stretch>
            <a:fillRect/>
          </a:stretch>
        </p:blipFill>
        <p:spPr>
          <a:xfrm>
            <a:off x="7542763" y="3279293"/>
            <a:ext cx="1702321" cy="1316426"/>
          </a:xfrm>
          <a:prstGeom prst="rect">
            <a:avLst/>
          </a:prstGeom>
        </p:spPr>
      </p:pic>
      <p:pic>
        <p:nvPicPr>
          <p:cNvPr id="40" name="صورة 4">
            <a:extLst>
              <a:ext uri="{FF2B5EF4-FFF2-40B4-BE49-F238E27FC236}">
                <a16:creationId xmlns:a16="http://schemas.microsoft.com/office/drawing/2014/main" id="{BE0A07FB-DB82-4F10-A5B5-1CAE9BFA522F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02081" y="3279294"/>
            <a:ext cx="1640149" cy="1309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6523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7507D-A293-2124-2B0B-8F182ED1D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42EC3B07-E558-9788-33FA-5F0533E20C32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E7B95424-E818-D5E3-511E-6B55F5B8AFAD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1" eaLnBrk="1" latinLnBrk="0" hangingPunct="1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010F55AF-A11B-FE82-7E07-4FBDFC015E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B47FA3D2-C3A0-23FF-83CE-97BFB3524D5C}"/>
              </a:ext>
            </a:extLst>
          </p:cNvPr>
          <p:cNvGrpSpPr/>
          <p:nvPr/>
        </p:nvGrpSpPr>
        <p:grpSpPr>
          <a:xfrm>
            <a:off x="174863" y="6669097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39612C10-8FD6-5294-C20F-2272A4FAF695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4889B175-8C92-43F9-1BAC-5FF5B54F52C2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75" name="Google Shape;79;p10">
            <a:extLst>
              <a:ext uri="{FF2B5EF4-FFF2-40B4-BE49-F238E27FC236}">
                <a16:creationId xmlns:a16="http://schemas.microsoft.com/office/drawing/2014/main" id="{63931A6A-1815-CBD9-8537-6224130912D8}"/>
              </a:ext>
            </a:extLst>
          </p:cNvPr>
          <p:cNvSpPr txBox="1"/>
          <p:nvPr/>
        </p:nvSpPr>
        <p:spPr>
          <a:xfrm>
            <a:off x="3402331" y="804123"/>
            <a:ext cx="4956395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400" b="1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 </a:t>
            </a:r>
            <a:r>
              <a:rPr lang="en-GB" sz="1100" b="1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روضة رفيدة الانصارية</a:t>
            </a:r>
            <a:r>
              <a:rPr lang="ar-SA" sz="1400" b="1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شكل حر: شكل 30">
            <a:extLst>
              <a:ext uri="{FF2B5EF4-FFF2-40B4-BE49-F238E27FC236}">
                <a16:creationId xmlns:a16="http://schemas.microsoft.com/office/drawing/2014/main" id="{7C452220-CFAB-5DDD-B8FA-4CCE76483EE1}"/>
              </a:ext>
            </a:extLst>
          </p:cNvPr>
          <p:cNvSpPr/>
          <p:nvPr/>
        </p:nvSpPr>
        <p:spPr>
          <a:xfrm rot="2700000">
            <a:off x="9647363" y="692049"/>
            <a:ext cx="4753477" cy="4278591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blipFill dpi="0" rotWithShape="0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0" eaLnBrk="1" latinLnBrk="0" hangingPunct="1"/>
            <a:endParaRPr lang="ar-SA"/>
          </a:p>
        </p:txBody>
      </p: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F556E774-4F63-0897-0870-7A19A254A52A}"/>
              </a:ext>
            </a:extLst>
          </p:cNvPr>
          <p:cNvSpPr txBox="1"/>
          <p:nvPr/>
        </p:nvSpPr>
        <p:spPr>
          <a:xfrm>
            <a:off x="9664477" y="6221950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3BBA3191-9A69-B425-FCF1-F55DB9AEFCE6}"/>
              </a:ext>
            </a:extLst>
          </p:cNvPr>
          <p:cNvSpPr/>
          <p:nvPr/>
        </p:nvSpPr>
        <p:spPr>
          <a:xfrm>
            <a:off x="7530169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3D908FE2-E09B-9F4D-E5EE-66FF59D88F99}"/>
              </a:ext>
            </a:extLst>
          </p:cNvPr>
          <p:cNvSpPr txBox="1"/>
          <p:nvPr/>
        </p:nvSpPr>
        <p:spPr>
          <a:xfrm>
            <a:off x="7342230" y="28241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661850A9-5B29-B1F5-A7EA-3FA04BA4DB85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9C636807-30FE-945C-37FE-9DC33E87CE25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81A6EE0B-A176-40DB-BEC2-95578F6A9A04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B71B1073-FEDF-F8F7-D835-913E75F91D50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34A3A31A-C85B-5031-88AB-BCE03122E588}"/>
              </a:ext>
            </a:extLst>
          </p:cNvPr>
          <p:cNvSpPr/>
          <p:nvPr/>
        </p:nvSpPr>
        <p:spPr>
          <a:xfrm>
            <a:off x="7526659" y="4643886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7" name="Google Shape;372;p23">
            <a:extLst>
              <a:ext uri="{FF2B5EF4-FFF2-40B4-BE49-F238E27FC236}">
                <a16:creationId xmlns:a16="http://schemas.microsoft.com/office/drawing/2014/main" id="{B378BB60-5066-3685-0003-EA6E4AAC491B}"/>
              </a:ext>
            </a:extLst>
          </p:cNvPr>
          <p:cNvSpPr/>
          <p:nvPr/>
        </p:nvSpPr>
        <p:spPr>
          <a:xfrm>
            <a:off x="6093585" y="642945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C286466E-728A-AC6D-5FE7-F823F887C4F6}"/>
              </a:ext>
            </a:extLst>
          </p:cNvPr>
          <p:cNvSpPr/>
          <p:nvPr/>
        </p:nvSpPr>
        <p:spPr>
          <a:xfrm>
            <a:off x="5663628" y="464062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1C3EAB67-041F-5F6E-C07B-EFD8A42570A3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CD2F1048-F786-4589-9B87-2BCC5B5574F2}"/>
              </a:ext>
            </a:extLst>
          </p:cNvPr>
          <p:cNvSpPr/>
          <p:nvPr/>
        </p:nvSpPr>
        <p:spPr>
          <a:xfrm>
            <a:off x="3785945" y="464550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372;p23">
            <a:extLst>
              <a:ext uri="{FF2B5EF4-FFF2-40B4-BE49-F238E27FC236}">
                <a16:creationId xmlns:a16="http://schemas.microsoft.com/office/drawing/2014/main" id="{DDD2E2CD-55CD-3959-37CA-CEE5C340E090}"/>
              </a:ext>
            </a:extLst>
          </p:cNvPr>
          <p:cNvSpPr/>
          <p:nvPr/>
        </p:nvSpPr>
        <p:spPr>
          <a:xfrm>
            <a:off x="4199473" y="642998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BA2D45AC-ECAD-4FE4-0CA1-7E0032DBA484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AD51BA2F-0423-A6BB-F705-4C8379B82AEC}"/>
              </a:ext>
            </a:extLst>
          </p:cNvPr>
          <p:cNvSpPr/>
          <p:nvPr/>
        </p:nvSpPr>
        <p:spPr>
          <a:xfrm>
            <a:off x="1915930" y="464550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372;p23">
            <a:extLst>
              <a:ext uri="{FF2B5EF4-FFF2-40B4-BE49-F238E27FC236}">
                <a16:creationId xmlns:a16="http://schemas.microsoft.com/office/drawing/2014/main" id="{7F2B580A-1D48-BDE3-158C-B3511E59DA8E}"/>
              </a:ext>
            </a:extLst>
          </p:cNvPr>
          <p:cNvSpPr/>
          <p:nvPr/>
        </p:nvSpPr>
        <p:spPr>
          <a:xfrm>
            <a:off x="2321871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3" name="Google Shape;372;p23">
            <a:extLst>
              <a:ext uri="{FF2B5EF4-FFF2-40B4-BE49-F238E27FC236}">
                <a16:creationId xmlns:a16="http://schemas.microsoft.com/office/drawing/2014/main" id="{967F2548-A596-8F15-D233-925B9EFA8D91}"/>
              </a:ext>
            </a:extLst>
          </p:cNvPr>
          <p:cNvSpPr/>
          <p:nvPr/>
        </p:nvSpPr>
        <p:spPr>
          <a:xfrm>
            <a:off x="367417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668C060F-E148-AC3D-0AE6-87D8AD08DD6B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14F4B9EC-FD5E-4D65-2A91-5448E1F24A0B}"/>
              </a:ext>
            </a:extLst>
          </p:cNvPr>
          <p:cNvSpPr/>
          <p:nvPr/>
        </p:nvSpPr>
        <p:spPr>
          <a:xfrm>
            <a:off x="57266" y="464550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A5308DC9-0EE5-3C10-69D6-2F82E1492E58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3A6E61AF-49FA-0C09-0959-B470AC378606}"/>
              </a:ext>
            </a:extLst>
          </p:cNvPr>
          <p:cNvSpPr txBox="1"/>
          <p:nvPr/>
        </p:nvSpPr>
        <p:spPr>
          <a:xfrm>
            <a:off x="-68764" y="460914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365D8130-8FCE-6E9B-C191-4BC3B967BE5C}"/>
              </a:ext>
            </a:extLst>
          </p:cNvPr>
          <p:cNvSpPr txBox="1"/>
          <p:nvPr/>
        </p:nvSpPr>
        <p:spPr>
          <a:xfrm>
            <a:off x="1775744" y="460348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DF9E4D40-8E4E-1938-5E5A-D3E625CE818A}"/>
              </a:ext>
            </a:extLst>
          </p:cNvPr>
          <p:cNvSpPr txBox="1"/>
          <p:nvPr/>
        </p:nvSpPr>
        <p:spPr>
          <a:xfrm>
            <a:off x="3682620" y="460259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EF044185-8E8D-3B18-6370-F77C1EDCDAD5}"/>
              </a:ext>
            </a:extLst>
          </p:cNvPr>
          <p:cNvSpPr txBox="1"/>
          <p:nvPr/>
        </p:nvSpPr>
        <p:spPr>
          <a:xfrm>
            <a:off x="5587736" y="4606002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4" name="Google Shape;76;p10">
            <a:extLst>
              <a:ext uri="{FF2B5EF4-FFF2-40B4-BE49-F238E27FC236}">
                <a16:creationId xmlns:a16="http://schemas.microsoft.com/office/drawing/2014/main" id="{750B8A6D-4ADF-FB58-0E1C-5EFFD962A3A4}"/>
              </a:ext>
            </a:extLst>
          </p:cNvPr>
          <p:cNvSpPr txBox="1"/>
          <p:nvPr/>
        </p:nvSpPr>
        <p:spPr>
          <a:xfrm>
            <a:off x="7384756" y="460978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7C05D9C8-A545-F706-5982-5C7906054BF7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6C13495D-3760-0ECB-04FF-6CA7CBA9E980}"/>
              </a:ext>
            </a:extLst>
          </p:cNvPr>
          <p:cNvSpPr txBox="1"/>
          <p:nvPr/>
        </p:nvSpPr>
        <p:spPr>
          <a:xfrm>
            <a:off x="-72490" y="285232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7" name="Google Shape;76;p10">
            <a:extLst>
              <a:ext uri="{FF2B5EF4-FFF2-40B4-BE49-F238E27FC236}">
                <a16:creationId xmlns:a16="http://schemas.microsoft.com/office/drawing/2014/main" id="{B7C9D3B5-A11F-8424-89E1-D56C7114E5D9}"/>
              </a:ext>
            </a:extLst>
          </p:cNvPr>
          <p:cNvSpPr txBox="1"/>
          <p:nvPr/>
        </p:nvSpPr>
        <p:spPr>
          <a:xfrm>
            <a:off x="6037694" y="639728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8" name="Google Shape;76;p10">
            <a:extLst>
              <a:ext uri="{FF2B5EF4-FFF2-40B4-BE49-F238E27FC236}">
                <a16:creationId xmlns:a16="http://schemas.microsoft.com/office/drawing/2014/main" id="{6D942915-6161-0DCB-87D8-17DE62BAAE98}"/>
              </a:ext>
            </a:extLst>
          </p:cNvPr>
          <p:cNvSpPr txBox="1"/>
          <p:nvPr/>
        </p:nvSpPr>
        <p:spPr>
          <a:xfrm>
            <a:off x="3993435" y="640898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9" name="Google Shape;76;p10">
            <a:extLst>
              <a:ext uri="{FF2B5EF4-FFF2-40B4-BE49-F238E27FC236}">
                <a16:creationId xmlns:a16="http://schemas.microsoft.com/office/drawing/2014/main" id="{6248982F-6BF4-411A-11EC-86A82663DE0A}"/>
              </a:ext>
            </a:extLst>
          </p:cNvPr>
          <p:cNvSpPr txBox="1"/>
          <p:nvPr/>
        </p:nvSpPr>
        <p:spPr>
          <a:xfrm>
            <a:off x="2164894" y="641995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0" name="Google Shape;76;p10">
            <a:extLst>
              <a:ext uri="{FF2B5EF4-FFF2-40B4-BE49-F238E27FC236}">
                <a16:creationId xmlns:a16="http://schemas.microsoft.com/office/drawing/2014/main" id="{C1AA4BA8-0082-9BE6-FAEC-044369589B5F}"/>
              </a:ext>
            </a:extLst>
          </p:cNvPr>
          <p:cNvSpPr txBox="1"/>
          <p:nvPr/>
        </p:nvSpPr>
        <p:spPr>
          <a:xfrm>
            <a:off x="190704" y="6428881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9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A3619641-BED5-6085-CF30-C75F59322DD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20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784844F0-B66E-E4FC-581A-2B817D51CC8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sp>
        <p:nvSpPr>
          <p:cNvPr id="21" name="Google Shape;75;p10">
            <a:extLst>
              <a:ext uri="{FF2B5EF4-FFF2-40B4-BE49-F238E27FC236}">
                <a16:creationId xmlns:a16="http://schemas.microsoft.com/office/drawing/2014/main" id="{4C37DA45-85AD-466F-08D2-BE2A9DD4463F}"/>
              </a:ext>
            </a:extLst>
          </p:cNvPr>
          <p:cNvSpPr txBox="1"/>
          <p:nvPr/>
        </p:nvSpPr>
        <p:spPr>
          <a:xfrm>
            <a:off x="3285357" y="466219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22" name="Google Shape;132;p1">
            <a:extLst>
              <a:ext uri="{FF2B5EF4-FFF2-40B4-BE49-F238E27FC236}">
                <a16:creationId xmlns:a16="http://schemas.microsoft.com/office/drawing/2014/main" id="{E0FF057E-F9B9-4BAE-F169-E390B9405A7E}"/>
              </a:ext>
            </a:extLst>
          </p:cNvPr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صورة 23">
            <a:extLst>
              <a:ext uri="{FF2B5EF4-FFF2-40B4-BE49-F238E27FC236}">
                <a16:creationId xmlns:a16="http://schemas.microsoft.com/office/drawing/2014/main" id="{07095AB7-F009-30D7-BC23-A3B648935969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699"/>
          <a:stretch>
            <a:fillRect/>
          </a:stretch>
        </p:blipFill>
        <p:spPr>
          <a:xfrm>
            <a:off x="2321871" y="5084782"/>
            <a:ext cx="1657114" cy="1319373"/>
          </a:xfrm>
          <a:prstGeom prst="rect">
            <a:avLst/>
          </a:prstGeom>
        </p:spPr>
      </p:pic>
      <p:pic>
        <p:nvPicPr>
          <p:cNvPr id="5" name="صورة 4">
            <a:extLst>
              <a:ext uri="{FF2B5EF4-FFF2-40B4-BE49-F238E27FC236}">
                <a16:creationId xmlns:a16="http://schemas.microsoft.com/office/drawing/2014/main" id="{7FB1AF2D-8F8D-8DA3-2F5A-6AA9A65FC9B9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5097692"/>
            <a:ext cx="1652285" cy="1251681"/>
          </a:xfrm>
          <a:prstGeom prst="rect">
            <a:avLst/>
          </a:prstGeom>
        </p:spPr>
      </p:pic>
      <p:pic>
        <p:nvPicPr>
          <p:cNvPr id="26" name="صورة 4">
            <a:extLst>
              <a:ext uri="{FF2B5EF4-FFF2-40B4-BE49-F238E27FC236}">
                <a16:creationId xmlns:a16="http://schemas.microsoft.com/office/drawing/2014/main" id="{67F3F6E6-CB10-2D3A-638B-AA48B5A895EC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708"/>
          <a:stretch>
            <a:fillRect/>
          </a:stretch>
        </p:blipFill>
        <p:spPr>
          <a:xfrm>
            <a:off x="4256333" y="5081365"/>
            <a:ext cx="1657114" cy="1264254"/>
          </a:xfrm>
          <a:prstGeom prst="rect">
            <a:avLst/>
          </a:prstGeom>
        </p:spPr>
      </p:pic>
      <p:sp>
        <p:nvSpPr>
          <p:cNvPr id="8" name="Google Shape;75;p10">
            <a:extLst>
              <a:ext uri="{FF2B5EF4-FFF2-40B4-BE49-F238E27FC236}">
                <a16:creationId xmlns:a16="http://schemas.microsoft.com/office/drawing/2014/main" id="{9C0EFC91-B2B1-4ACD-9D84-53182F4CB146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5" name="Google Shape;76;p10">
            <a:extLst>
              <a:ext uri="{FF2B5EF4-FFF2-40B4-BE49-F238E27FC236}">
                <a16:creationId xmlns:a16="http://schemas.microsoft.com/office/drawing/2014/main" id="{6FDA7D75-CB09-6B51-3E5E-FDEC6D954320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6" name="صورة 4">
            <a:extLst>
              <a:ext uri="{FF2B5EF4-FFF2-40B4-BE49-F238E27FC236}">
                <a16:creationId xmlns:a16="http://schemas.microsoft.com/office/drawing/2014/main" id="{35E58913-1E7C-A318-EF59-027390190CB5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918"/>
          <a:stretch>
            <a:fillRect/>
          </a:stretch>
        </p:blipFill>
        <p:spPr>
          <a:xfrm>
            <a:off x="362410" y="5081364"/>
            <a:ext cx="1693309" cy="1322791"/>
          </a:xfrm>
          <a:prstGeom prst="rect">
            <a:avLst/>
          </a:prstGeom>
        </p:spPr>
      </p:pic>
      <p:pic>
        <p:nvPicPr>
          <p:cNvPr id="3" name="صورة 4">
            <a:extLst>
              <a:ext uri="{FF2B5EF4-FFF2-40B4-BE49-F238E27FC236}">
                <a16:creationId xmlns:a16="http://schemas.microsoft.com/office/drawing/2014/main" id="{1C6A37DF-7A45-0070-41CE-883B1B4639F2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536"/>
          <a:stretch>
            <a:fillRect/>
          </a:stretch>
        </p:blipFill>
        <p:spPr>
          <a:xfrm>
            <a:off x="3816522" y="1616355"/>
            <a:ext cx="1623445" cy="1178221"/>
          </a:xfrm>
          <a:prstGeom prst="rect">
            <a:avLst/>
          </a:prstGeom>
        </p:spPr>
      </p:pic>
      <p:pic>
        <p:nvPicPr>
          <p:cNvPr id="16" name="صورة 4">
            <a:extLst>
              <a:ext uri="{FF2B5EF4-FFF2-40B4-BE49-F238E27FC236}">
                <a16:creationId xmlns:a16="http://schemas.microsoft.com/office/drawing/2014/main" id="{5A4B3519-2638-E006-35D6-7FC56BFC2102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225"/>
          <a:stretch>
            <a:fillRect/>
          </a:stretch>
        </p:blipFill>
        <p:spPr>
          <a:xfrm>
            <a:off x="1914259" y="1615433"/>
            <a:ext cx="1709629" cy="1178222"/>
          </a:xfrm>
          <a:prstGeom prst="rect">
            <a:avLst/>
          </a:prstGeom>
        </p:spPr>
      </p:pic>
      <p:pic>
        <p:nvPicPr>
          <p:cNvPr id="17" name="صورة 4">
            <a:extLst>
              <a:ext uri="{FF2B5EF4-FFF2-40B4-BE49-F238E27FC236}">
                <a16:creationId xmlns:a16="http://schemas.microsoft.com/office/drawing/2014/main" id="{884201DD-3D33-CEB2-D802-CB6A1FD33658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57120" y="3240612"/>
            <a:ext cx="1630163" cy="1297699"/>
          </a:xfrm>
          <a:prstGeom prst="rect">
            <a:avLst/>
          </a:prstGeom>
        </p:spPr>
      </p:pic>
      <p:pic>
        <p:nvPicPr>
          <p:cNvPr id="28" name="صورة 4">
            <a:extLst>
              <a:ext uri="{FF2B5EF4-FFF2-40B4-BE49-F238E27FC236}">
                <a16:creationId xmlns:a16="http://schemas.microsoft.com/office/drawing/2014/main" id="{F311F3E3-C5BD-1BEA-C85C-304DA921CD99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467"/>
          <a:stretch>
            <a:fillRect/>
          </a:stretch>
        </p:blipFill>
        <p:spPr>
          <a:xfrm>
            <a:off x="119449" y="1615433"/>
            <a:ext cx="1623445" cy="1187429"/>
          </a:xfrm>
          <a:prstGeom prst="rect">
            <a:avLst/>
          </a:prstGeom>
        </p:spPr>
      </p:pic>
      <p:pic>
        <p:nvPicPr>
          <p:cNvPr id="29" name="صورة 4">
            <a:extLst>
              <a:ext uri="{FF2B5EF4-FFF2-40B4-BE49-F238E27FC236}">
                <a16:creationId xmlns:a16="http://schemas.microsoft.com/office/drawing/2014/main" id="{438721EE-01CF-652F-65C1-4270F37A613B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70197" y="3229496"/>
            <a:ext cx="1650545" cy="1297673"/>
          </a:xfrm>
          <a:prstGeom prst="rect">
            <a:avLst/>
          </a:prstGeom>
        </p:spPr>
      </p:pic>
      <p:pic>
        <p:nvPicPr>
          <p:cNvPr id="30" name="صورة 4">
            <a:extLst>
              <a:ext uri="{FF2B5EF4-FFF2-40B4-BE49-F238E27FC236}">
                <a16:creationId xmlns:a16="http://schemas.microsoft.com/office/drawing/2014/main" id="{0373D7C8-F047-9EE1-5E78-D814B58FC5CF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790"/>
          <a:stretch>
            <a:fillRect/>
          </a:stretch>
        </p:blipFill>
        <p:spPr>
          <a:xfrm>
            <a:off x="5670198" y="1616355"/>
            <a:ext cx="1664430" cy="1186672"/>
          </a:xfrm>
          <a:prstGeom prst="rect">
            <a:avLst/>
          </a:prstGeom>
        </p:spPr>
      </p:pic>
      <p:pic>
        <p:nvPicPr>
          <p:cNvPr id="32" name="صورة 4">
            <a:extLst>
              <a:ext uri="{FF2B5EF4-FFF2-40B4-BE49-F238E27FC236}">
                <a16:creationId xmlns:a16="http://schemas.microsoft.com/office/drawing/2014/main" id="{E87C9E8A-23E6-D154-F5EC-638F1CA2E2F5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167"/>
          <a:stretch>
            <a:fillRect/>
          </a:stretch>
        </p:blipFill>
        <p:spPr>
          <a:xfrm>
            <a:off x="3798212" y="3229497"/>
            <a:ext cx="1624377" cy="1328499"/>
          </a:xfrm>
          <a:prstGeom prst="rect">
            <a:avLst/>
          </a:prstGeom>
        </p:spPr>
      </p:pic>
      <p:pic>
        <p:nvPicPr>
          <p:cNvPr id="33" name="صورة 4">
            <a:extLst>
              <a:ext uri="{FF2B5EF4-FFF2-40B4-BE49-F238E27FC236}">
                <a16:creationId xmlns:a16="http://schemas.microsoft.com/office/drawing/2014/main" id="{1B4F728D-7F0C-E54B-21ED-242CDF3DBA95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51365" y="1619596"/>
            <a:ext cx="1635918" cy="1185574"/>
          </a:xfrm>
          <a:prstGeom prst="rect">
            <a:avLst/>
          </a:prstGeom>
        </p:spPr>
      </p:pic>
      <p:pic>
        <p:nvPicPr>
          <p:cNvPr id="34" name="صورة 4">
            <a:extLst>
              <a:ext uri="{FF2B5EF4-FFF2-40B4-BE49-F238E27FC236}">
                <a16:creationId xmlns:a16="http://schemas.microsoft.com/office/drawing/2014/main" id="{E5F98D2B-450C-EFB3-42B7-18B763DB1545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783"/>
          <a:stretch>
            <a:fillRect/>
          </a:stretch>
        </p:blipFill>
        <p:spPr>
          <a:xfrm>
            <a:off x="1915930" y="3229497"/>
            <a:ext cx="1657113" cy="1316968"/>
          </a:xfrm>
          <a:prstGeom prst="rect">
            <a:avLst/>
          </a:prstGeom>
        </p:spPr>
      </p:pic>
      <p:pic>
        <p:nvPicPr>
          <p:cNvPr id="35" name="صورة 4">
            <a:extLst>
              <a:ext uri="{FF2B5EF4-FFF2-40B4-BE49-F238E27FC236}">
                <a16:creationId xmlns:a16="http://schemas.microsoft.com/office/drawing/2014/main" id="{6983E556-BD8F-92A1-2014-BD59055ADD6A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122"/>
          <a:stretch>
            <a:fillRect/>
          </a:stretch>
        </p:blipFill>
        <p:spPr>
          <a:xfrm>
            <a:off x="74264" y="3207798"/>
            <a:ext cx="1623445" cy="137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0882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B3911-E26D-2581-FB64-89424A3C3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8C4BEA07-9A11-818B-A0DF-0599D3148A3A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C9CD5582-5E93-3815-682A-BAA86EB37B51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CA3370BA-C839-B41D-33C1-ABB7DD8174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B8615D0C-45D9-4BA6-8D2B-2D43361EA334}"/>
              </a:ext>
            </a:extLst>
          </p:cNvPr>
          <p:cNvGrpSpPr/>
          <p:nvPr/>
        </p:nvGrpSpPr>
        <p:grpSpPr>
          <a:xfrm>
            <a:off x="0" y="6658993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CB918077-D939-CE27-F90C-82098120DC67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73EF1258-2005-E5C6-0D73-7B223DA5EBFF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A468DB92-EABD-CF24-3B94-9B244072F1F7}"/>
              </a:ext>
            </a:extLst>
          </p:cNvPr>
          <p:cNvSpPr txBox="1"/>
          <p:nvPr/>
        </p:nvSpPr>
        <p:spPr>
          <a:xfrm>
            <a:off x="9531024" y="6253460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D3A6D04E-46D0-01D1-0D4B-CB59FD2A121E}"/>
              </a:ext>
            </a:extLst>
          </p:cNvPr>
          <p:cNvSpPr/>
          <p:nvPr/>
        </p:nvSpPr>
        <p:spPr>
          <a:xfrm>
            <a:off x="7530169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3AD7716D-72D2-51E2-694C-CD93800801E9}"/>
              </a:ext>
            </a:extLst>
          </p:cNvPr>
          <p:cNvSpPr txBox="1"/>
          <p:nvPr/>
        </p:nvSpPr>
        <p:spPr>
          <a:xfrm>
            <a:off x="7342230" y="28241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99A17F04-498E-0B7D-42A2-4604ECA98F7D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356D34F4-D7C6-F9FD-A9CE-2407D3574CBC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A62AE916-A607-754E-1255-BEEB2E867614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54E059B7-2B66-A663-4111-160D869A5D79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3A14C82E-06D0-546E-6605-9F0B3CA1EB40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7" name="Google Shape;372;p23">
            <a:extLst>
              <a:ext uri="{FF2B5EF4-FFF2-40B4-BE49-F238E27FC236}">
                <a16:creationId xmlns:a16="http://schemas.microsoft.com/office/drawing/2014/main" id="{9E8CA96E-FB8F-E7C7-863E-D7B36D7348AC}"/>
              </a:ext>
            </a:extLst>
          </p:cNvPr>
          <p:cNvSpPr/>
          <p:nvPr/>
        </p:nvSpPr>
        <p:spPr>
          <a:xfrm>
            <a:off x="6086992" y="646423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8270CD7B-118D-A62B-C16A-43112E66ACA5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71708EE3-00B1-4A5A-C763-D31425B8FC86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011A6264-BC7C-DC03-2084-1C70286E2E8D}"/>
              </a:ext>
            </a:extLst>
          </p:cNvPr>
          <p:cNvSpPr/>
          <p:nvPr/>
        </p:nvSpPr>
        <p:spPr>
          <a:xfrm>
            <a:off x="3784099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372;p23">
            <a:extLst>
              <a:ext uri="{FF2B5EF4-FFF2-40B4-BE49-F238E27FC236}">
                <a16:creationId xmlns:a16="http://schemas.microsoft.com/office/drawing/2014/main" id="{D82ED085-B572-23E9-2542-918A7D618092}"/>
              </a:ext>
            </a:extLst>
          </p:cNvPr>
          <p:cNvSpPr/>
          <p:nvPr/>
        </p:nvSpPr>
        <p:spPr>
          <a:xfrm>
            <a:off x="4199473" y="642998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EC141B28-49DB-3945-9A0A-0F43B2579C21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527A21BC-00E5-43BC-3D14-ED633939E234}"/>
              </a:ext>
            </a:extLst>
          </p:cNvPr>
          <p:cNvSpPr/>
          <p:nvPr/>
        </p:nvSpPr>
        <p:spPr>
          <a:xfrm>
            <a:off x="1915930" y="470604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372;p23">
            <a:extLst>
              <a:ext uri="{FF2B5EF4-FFF2-40B4-BE49-F238E27FC236}">
                <a16:creationId xmlns:a16="http://schemas.microsoft.com/office/drawing/2014/main" id="{0AB564FD-5ACF-DD42-9F22-8554F88D5F42}"/>
              </a:ext>
            </a:extLst>
          </p:cNvPr>
          <p:cNvSpPr/>
          <p:nvPr/>
        </p:nvSpPr>
        <p:spPr>
          <a:xfrm>
            <a:off x="2321871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3" name="Google Shape;372;p23">
            <a:extLst>
              <a:ext uri="{FF2B5EF4-FFF2-40B4-BE49-F238E27FC236}">
                <a16:creationId xmlns:a16="http://schemas.microsoft.com/office/drawing/2014/main" id="{3ACFEE5E-2DBE-2EC2-EDE3-50EA3C893114}"/>
              </a:ext>
            </a:extLst>
          </p:cNvPr>
          <p:cNvSpPr/>
          <p:nvPr/>
        </p:nvSpPr>
        <p:spPr>
          <a:xfrm>
            <a:off x="367417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49A28C1F-E2F7-F652-5113-3892784830AA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F67F5630-B0A0-0CA9-8D5F-008892AFAA5A}"/>
              </a:ext>
            </a:extLst>
          </p:cNvPr>
          <p:cNvSpPr/>
          <p:nvPr/>
        </p:nvSpPr>
        <p:spPr>
          <a:xfrm>
            <a:off x="57266" y="470990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20AD02F4-55AC-CF9E-EF9C-76E7D32DCC5A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AF53DB12-EE37-EE1B-E3BC-770B969D3805}"/>
              </a:ext>
            </a:extLst>
          </p:cNvPr>
          <p:cNvSpPr txBox="1"/>
          <p:nvPr/>
        </p:nvSpPr>
        <p:spPr>
          <a:xfrm>
            <a:off x="-58762" y="4674932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DAD784A9-13F2-EC0B-FFC8-4E9C88C9C3B1}"/>
              </a:ext>
            </a:extLst>
          </p:cNvPr>
          <p:cNvSpPr txBox="1"/>
          <p:nvPr/>
        </p:nvSpPr>
        <p:spPr>
          <a:xfrm>
            <a:off x="1756984" y="466313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E9DD14ED-708A-17DA-29FB-7F2F9276D8B6}"/>
              </a:ext>
            </a:extLst>
          </p:cNvPr>
          <p:cNvSpPr txBox="1"/>
          <p:nvPr/>
        </p:nvSpPr>
        <p:spPr>
          <a:xfrm>
            <a:off x="3658699" y="46537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E4F1244B-F23E-6965-0393-D4404E877163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4" name="Google Shape;76;p10">
            <a:extLst>
              <a:ext uri="{FF2B5EF4-FFF2-40B4-BE49-F238E27FC236}">
                <a16:creationId xmlns:a16="http://schemas.microsoft.com/office/drawing/2014/main" id="{DE36CD8C-BC82-7BBE-E7ED-D018978B8D61}"/>
              </a:ext>
            </a:extLst>
          </p:cNvPr>
          <p:cNvSpPr txBox="1"/>
          <p:nvPr/>
        </p:nvSpPr>
        <p:spPr>
          <a:xfrm>
            <a:off x="7366681" y="463167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A137201A-CEB1-2F6D-6606-4FA59DC0C6DA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F4C2F8EC-6EA3-E2C8-3D99-7F7B03E64077}"/>
              </a:ext>
            </a:extLst>
          </p:cNvPr>
          <p:cNvSpPr txBox="1"/>
          <p:nvPr/>
        </p:nvSpPr>
        <p:spPr>
          <a:xfrm>
            <a:off x="-135470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7" name="Google Shape;76;p10">
            <a:extLst>
              <a:ext uri="{FF2B5EF4-FFF2-40B4-BE49-F238E27FC236}">
                <a16:creationId xmlns:a16="http://schemas.microsoft.com/office/drawing/2014/main" id="{2098662C-F19E-E2D8-D677-5E3C7680841F}"/>
              </a:ext>
            </a:extLst>
          </p:cNvPr>
          <p:cNvSpPr txBox="1"/>
          <p:nvPr/>
        </p:nvSpPr>
        <p:spPr>
          <a:xfrm>
            <a:off x="5967625" y="643019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8" name="Google Shape;76;p10">
            <a:extLst>
              <a:ext uri="{FF2B5EF4-FFF2-40B4-BE49-F238E27FC236}">
                <a16:creationId xmlns:a16="http://schemas.microsoft.com/office/drawing/2014/main" id="{60473861-CD0A-FCC1-1CDF-9F8E7BAE0780}"/>
              </a:ext>
            </a:extLst>
          </p:cNvPr>
          <p:cNvSpPr txBox="1"/>
          <p:nvPr/>
        </p:nvSpPr>
        <p:spPr>
          <a:xfrm>
            <a:off x="3993435" y="640898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9" name="Google Shape;76;p10">
            <a:extLst>
              <a:ext uri="{FF2B5EF4-FFF2-40B4-BE49-F238E27FC236}">
                <a16:creationId xmlns:a16="http://schemas.microsoft.com/office/drawing/2014/main" id="{35C837E6-5B70-CA11-384F-BE3E5B615E6F}"/>
              </a:ext>
            </a:extLst>
          </p:cNvPr>
          <p:cNvSpPr txBox="1"/>
          <p:nvPr/>
        </p:nvSpPr>
        <p:spPr>
          <a:xfrm>
            <a:off x="2164894" y="641995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0" name="Google Shape;76;p10">
            <a:extLst>
              <a:ext uri="{FF2B5EF4-FFF2-40B4-BE49-F238E27FC236}">
                <a16:creationId xmlns:a16="http://schemas.microsoft.com/office/drawing/2014/main" id="{F7F24574-ED24-B739-4EB3-AB40BB0C2B97}"/>
              </a:ext>
            </a:extLst>
          </p:cNvPr>
          <p:cNvSpPr txBox="1"/>
          <p:nvPr/>
        </p:nvSpPr>
        <p:spPr>
          <a:xfrm>
            <a:off x="190704" y="6428881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24" name="صورة 23">
            <a:extLst>
              <a:ext uri="{FF2B5EF4-FFF2-40B4-BE49-F238E27FC236}">
                <a16:creationId xmlns:a16="http://schemas.microsoft.com/office/drawing/2014/main" id="{0E192BEC-0F4C-6CEA-2340-F6AEB177DC6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96000" y="5134393"/>
            <a:ext cx="1648105" cy="1210784"/>
          </a:xfrm>
          <a:prstGeom prst="rect">
            <a:avLst/>
          </a:prstGeom>
        </p:spPr>
      </p:pic>
      <p:sp>
        <p:nvSpPr>
          <p:cNvPr id="10" name="Google Shape;79;p10">
            <a:extLst>
              <a:ext uri="{FF2B5EF4-FFF2-40B4-BE49-F238E27FC236}">
                <a16:creationId xmlns:a16="http://schemas.microsoft.com/office/drawing/2014/main" id="{79452F25-D2A9-6629-F157-445A555E149E}"/>
              </a:ext>
            </a:extLst>
          </p:cNvPr>
          <p:cNvSpPr txBox="1"/>
          <p:nvPr/>
        </p:nvSpPr>
        <p:spPr>
          <a:xfrm>
            <a:off x="3417970" y="850502"/>
            <a:ext cx="4956395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 روضة زينب الخزرجية والطفولة المبكرة بابتدائية الدقيقة بنات 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62D40DA9-1803-822F-1184-0CBA98A39BD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13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F3C21F9B-9457-6FEB-F97C-ED0DB5DAAF7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sp>
        <p:nvSpPr>
          <p:cNvPr id="14" name="Google Shape;75;p10">
            <a:extLst>
              <a:ext uri="{FF2B5EF4-FFF2-40B4-BE49-F238E27FC236}">
                <a16:creationId xmlns:a16="http://schemas.microsoft.com/office/drawing/2014/main" id="{2ECA3CCA-646E-D639-7CAC-C7CFB3378B2C}"/>
              </a:ext>
            </a:extLst>
          </p:cNvPr>
          <p:cNvSpPr txBox="1"/>
          <p:nvPr/>
        </p:nvSpPr>
        <p:spPr>
          <a:xfrm>
            <a:off x="3146590" y="456265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5" name="Google Shape;132;p1">
            <a:extLst>
              <a:ext uri="{FF2B5EF4-FFF2-40B4-BE49-F238E27FC236}">
                <a16:creationId xmlns:a16="http://schemas.microsoft.com/office/drawing/2014/main" id="{79A3CC25-8F6D-F0D0-A5D3-3583A4F31874}"/>
              </a:ext>
            </a:extLst>
          </p:cNvPr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شكل حر: شكل 30">
            <a:extLst>
              <a:ext uri="{FF2B5EF4-FFF2-40B4-BE49-F238E27FC236}">
                <a16:creationId xmlns:a16="http://schemas.microsoft.com/office/drawing/2014/main" id="{B4F2C127-3D18-A5A7-A341-2EDFFAB65986}"/>
              </a:ext>
            </a:extLst>
          </p:cNvPr>
          <p:cNvSpPr/>
          <p:nvPr/>
        </p:nvSpPr>
        <p:spPr>
          <a:xfrm rot="2700000">
            <a:off x="9647579" y="691527"/>
            <a:ext cx="4752000" cy="4278591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blipFill dpi="0" rotWithShape="0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1" eaLnBrk="1" latinLnBrk="0" hangingPunct="1"/>
            <a:endParaRPr lang="ar-SA"/>
          </a:p>
        </p:txBody>
      </p:sp>
      <p:pic>
        <p:nvPicPr>
          <p:cNvPr id="12" name="صورة 23">
            <a:extLst>
              <a:ext uri="{FF2B5EF4-FFF2-40B4-BE49-F238E27FC236}">
                <a16:creationId xmlns:a16="http://schemas.microsoft.com/office/drawing/2014/main" id="{AB4B24F1-F64C-1593-D26C-6B89FB6350BC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08482" y="5133602"/>
            <a:ext cx="1648105" cy="1192980"/>
          </a:xfrm>
          <a:prstGeom prst="rect">
            <a:avLst/>
          </a:prstGeom>
        </p:spPr>
      </p:pic>
      <p:pic>
        <p:nvPicPr>
          <p:cNvPr id="18" name="صورة 23">
            <a:extLst>
              <a:ext uri="{FF2B5EF4-FFF2-40B4-BE49-F238E27FC236}">
                <a16:creationId xmlns:a16="http://schemas.microsoft.com/office/drawing/2014/main" id="{E7D1A00C-578E-0D9D-F3AA-05E116CF4699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21871" y="5126737"/>
            <a:ext cx="1671564" cy="1188047"/>
          </a:xfrm>
          <a:prstGeom prst="rect">
            <a:avLst/>
          </a:prstGeom>
        </p:spPr>
      </p:pic>
      <p:sp>
        <p:nvSpPr>
          <p:cNvPr id="19" name="Google Shape;75;p10">
            <a:extLst>
              <a:ext uri="{FF2B5EF4-FFF2-40B4-BE49-F238E27FC236}">
                <a16:creationId xmlns:a16="http://schemas.microsoft.com/office/drawing/2014/main" id="{1C212B82-7C57-A80A-C59B-F0ADD4CE26AA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1" name="Google Shape;76;p10">
            <a:extLst>
              <a:ext uri="{FF2B5EF4-FFF2-40B4-BE49-F238E27FC236}">
                <a16:creationId xmlns:a16="http://schemas.microsoft.com/office/drawing/2014/main" id="{32AEB9F7-FA8B-10A7-A138-8A0CA44CC2DF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5" name="صورة 25">
            <a:extLst>
              <a:ext uri="{FF2B5EF4-FFF2-40B4-BE49-F238E27FC236}">
                <a16:creationId xmlns:a16="http://schemas.microsoft.com/office/drawing/2014/main" id="{7DF98E97-76B2-F2D8-9538-FD8626EE5135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329"/>
          <a:stretch>
            <a:fillRect/>
          </a:stretch>
        </p:blipFill>
        <p:spPr>
          <a:xfrm>
            <a:off x="367417" y="5120828"/>
            <a:ext cx="1657114" cy="1188047"/>
          </a:xfrm>
          <a:prstGeom prst="rect">
            <a:avLst/>
          </a:prstGeom>
        </p:spPr>
      </p:pic>
      <p:pic>
        <p:nvPicPr>
          <p:cNvPr id="35" name="صورة 32">
            <a:extLst>
              <a:ext uri="{FF2B5EF4-FFF2-40B4-BE49-F238E27FC236}">
                <a16:creationId xmlns:a16="http://schemas.microsoft.com/office/drawing/2014/main" id="{D1CDFE02-8BC2-471D-89A9-1A6E7A2644F6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470"/>
          <a:stretch>
            <a:fillRect/>
          </a:stretch>
        </p:blipFill>
        <p:spPr>
          <a:xfrm>
            <a:off x="5670197" y="3348948"/>
            <a:ext cx="1657114" cy="1227637"/>
          </a:xfrm>
          <a:prstGeom prst="rect">
            <a:avLst/>
          </a:prstGeom>
        </p:spPr>
      </p:pic>
      <p:pic>
        <p:nvPicPr>
          <p:cNvPr id="3" name="صورة 4">
            <a:extLst>
              <a:ext uri="{FF2B5EF4-FFF2-40B4-BE49-F238E27FC236}">
                <a16:creationId xmlns:a16="http://schemas.microsoft.com/office/drawing/2014/main" id="{23767550-5BA5-5457-2BAC-263CE3254E01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266" y="3336091"/>
            <a:ext cx="1700590" cy="1263582"/>
          </a:xfrm>
          <a:prstGeom prst="rect">
            <a:avLst/>
          </a:prstGeom>
        </p:spPr>
      </p:pic>
      <p:pic>
        <p:nvPicPr>
          <p:cNvPr id="7" name="صورة 4">
            <a:extLst>
              <a:ext uri="{FF2B5EF4-FFF2-40B4-BE49-F238E27FC236}">
                <a16:creationId xmlns:a16="http://schemas.microsoft.com/office/drawing/2014/main" id="{1386C203-1768-B2A4-6560-01E24097A6AE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53350" y="1587715"/>
            <a:ext cx="1615544" cy="1217453"/>
          </a:xfrm>
          <a:prstGeom prst="rect">
            <a:avLst/>
          </a:prstGeom>
        </p:spPr>
      </p:pic>
      <p:pic>
        <p:nvPicPr>
          <p:cNvPr id="17" name="صورة 4">
            <a:extLst>
              <a:ext uri="{FF2B5EF4-FFF2-40B4-BE49-F238E27FC236}">
                <a16:creationId xmlns:a16="http://schemas.microsoft.com/office/drawing/2014/main" id="{311004B2-9712-4B7F-15E1-8EE27C6664BD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10592" y="3346331"/>
            <a:ext cx="1644863" cy="1253342"/>
          </a:xfrm>
          <a:prstGeom prst="rect">
            <a:avLst/>
          </a:prstGeom>
        </p:spPr>
      </p:pic>
      <p:pic>
        <p:nvPicPr>
          <p:cNvPr id="22" name="صورة 31">
            <a:extLst>
              <a:ext uri="{FF2B5EF4-FFF2-40B4-BE49-F238E27FC236}">
                <a16:creationId xmlns:a16="http://schemas.microsoft.com/office/drawing/2014/main" id="{3E15AC92-0BF1-0995-47C8-69AF98E9EA71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0280" y="1605441"/>
            <a:ext cx="1604099" cy="1189428"/>
          </a:xfrm>
          <a:prstGeom prst="rect">
            <a:avLst/>
          </a:prstGeom>
        </p:spPr>
      </p:pic>
      <p:pic>
        <p:nvPicPr>
          <p:cNvPr id="23" name="صورة 32">
            <a:extLst>
              <a:ext uri="{FF2B5EF4-FFF2-40B4-BE49-F238E27FC236}">
                <a16:creationId xmlns:a16="http://schemas.microsoft.com/office/drawing/2014/main" id="{22873821-A409-833A-2FE0-49ECB767946C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16636" y="3350198"/>
            <a:ext cx="1670648" cy="1227636"/>
          </a:xfrm>
          <a:prstGeom prst="rect">
            <a:avLst/>
          </a:prstGeom>
        </p:spPr>
      </p:pic>
      <p:pic>
        <p:nvPicPr>
          <p:cNvPr id="26" name="صورة 33">
            <a:extLst>
              <a:ext uri="{FF2B5EF4-FFF2-40B4-BE49-F238E27FC236}">
                <a16:creationId xmlns:a16="http://schemas.microsoft.com/office/drawing/2014/main" id="{4C1B9E44-AF35-D108-305D-6C3761441ED1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788455" y="1605440"/>
            <a:ext cx="1652758" cy="1196663"/>
          </a:xfrm>
          <a:prstGeom prst="rect">
            <a:avLst/>
          </a:prstGeom>
        </p:spPr>
      </p:pic>
      <p:pic>
        <p:nvPicPr>
          <p:cNvPr id="28" name="صورة 4">
            <a:extLst>
              <a:ext uri="{FF2B5EF4-FFF2-40B4-BE49-F238E27FC236}">
                <a16:creationId xmlns:a16="http://schemas.microsoft.com/office/drawing/2014/main" id="{7F79F7B6-C953-A24A-EB6E-D60BF25CBC83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26685" y="1596559"/>
            <a:ext cx="1615545" cy="1206409"/>
          </a:xfrm>
          <a:prstGeom prst="rect">
            <a:avLst/>
          </a:prstGeom>
        </p:spPr>
      </p:pic>
      <p:pic>
        <p:nvPicPr>
          <p:cNvPr id="29" name="صورة 32">
            <a:extLst>
              <a:ext uri="{FF2B5EF4-FFF2-40B4-BE49-F238E27FC236}">
                <a16:creationId xmlns:a16="http://schemas.microsoft.com/office/drawing/2014/main" id="{FCAB60A7-2D29-C8E8-796E-60344E02F621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70197" y="3358573"/>
            <a:ext cx="1657114" cy="1220858"/>
          </a:xfrm>
          <a:prstGeom prst="rect">
            <a:avLst/>
          </a:prstGeom>
        </p:spPr>
      </p:pic>
      <p:pic>
        <p:nvPicPr>
          <p:cNvPr id="30" name="صورة 4">
            <a:extLst>
              <a:ext uri="{FF2B5EF4-FFF2-40B4-BE49-F238E27FC236}">
                <a16:creationId xmlns:a16="http://schemas.microsoft.com/office/drawing/2014/main" id="{2177F3D6-E679-9B39-2ACC-DB4E0B223493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770564" y="3349459"/>
            <a:ext cx="1670649" cy="1242835"/>
          </a:xfrm>
          <a:prstGeom prst="rect">
            <a:avLst/>
          </a:prstGeom>
        </p:spPr>
      </p:pic>
      <p:pic>
        <p:nvPicPr>
          <p:cNvPr id="31" name="صورة 33">
            <a:extLst>
              <a:ext uri="{FF2B5EF4-FFF2-40B4-BE49-F238E27FC236}">
                <a16:creationId xmlns:a16="http://schemas.microsoft.com/office/drawing/2014/main" id="{A42CDDC2-EDE6-3C4D-7473-ADD09488E30A}"/>
              </a:ext>
            </a:extLst>
          </p:cNvPr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98341" y="1605440"/>
            <a:ext cx="1657114" cy="119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8872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9CA410A7-9C9F-73C1-6D1C-61295243BEA8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C606781F-BD43-9CA8-27DB-052904C32001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8038F563-02F8-CFB0-2A34-4363269846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B1E3222B-DD96-6097-8F33-17EBEEAD166B}"/>
              </a:ext>
            </a:extLst>
          </p:cNvPr>
          <p:cNvGrpSpPr/>
          <p:nvPr/>
        </p:nvGrpSpPr>
        <p:grpSpPr>
          <a:xfrm>
            <a:off x="0" y="6658993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CFACEE66-D7F8-1951-8E21-1EFB7238A4B4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9E920784-63C8-BD2E-ED81-872984FC69D7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75" name="Google Shape;79;p10">
            <a:extLst>
              <a:ext uri="{FF2B5EF4-FFF2-40B4-BE49-F238E27FC236}">
                <a16:creationId xmlns:a16="http://schemas.microsoft.com/office/drawing/2014/main" id="{53CD5308-CB3B-FD4E-7EB0-D0F2148197F4}"/>
              </a:ext>
            </a:extLst>
          </p:cNvPr>
          <p:cNvSpPr txBox="1"/>
          <p:nvPr/>
        </p:nvSpPr>
        <p:spPr>
          <a:xfrm>
            <a:off x="3402331" y="804123"/>
            <a:ext cx="4956395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400" b="1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 </a:t>
            </a: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ابتدائية و متوسطة بطحان بنات</a:t>
            </a:r>
            <a:r>
              <a:rPr lang="ar-SA" sz="1400" b="1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شكل حر: شكل 30">
            <a:extLst>
              <a:ext uri="{FF2B5EF4-FFF2-40B4-BE49-F238E27FC236}">
                <a16:creationId xmlns:a16="http://schemas.microsoft.com/office/drawing/2014/main" id="{B47B6AB5-BE4C-922B-403B-E3DB342F9515}"/>
              </a:ext>
            </a:extLst>
          </p:cNvPr>
          <p:cNvSpPr/>
          <p:nvPr/>
        </p:nvSpPr>
        <p:spPr>
          <a:xfrm rot="2700000">
            <a:off x="9647580" y="691527"/>
            <a:ext cx="4752000" cy="4278591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blipFill dpi="0" rotWithShape="0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1" eaLnBrk="1" latinLnBrk="0" hangingPunct="1"/>
            <a:endParaRPr lang="ar-SA"/>
          </a:p>
        </p:txBody>
      </p: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C4CD893A-3BC2-23A0-2DB9-25A3CFC73FFD}"/>
              </a:ext>
            </a:extLst>
          </p:cNvPr>
          <p:cNvSpPr txBox="1"/>
          <p:nvPr/>
        </p:nvSpPr>
        <p:spPr>
          <a:xfrm>
            <a:off x="9664477" y="6221950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6F74F2C9-CAB3-AC49-978F-7E7CF60514C9}"/>
              </a:ext>
            </a:extLst>
          </p:cNvPr>
          <p:cNvSpPr/>
          <p:nvPr/>
        </p:nvSpPr>
        <p:spPr>
          <a:xfrm>
            <a:off x="7530169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5A44A220-551C-1D1A-28A3-ED8687BE73FB}"/>
              </a:ext>
            </a:extLst>
          </p:cNvPr>
          <p:cNvSpPr txBox="1"/>
          <p:nvPr/>
        </p:nvSpPr>
        <p:spPr>
          <a:xfrm>
            <a:off x="7587472" y="2837880"/>
            <a:ext cx="1467113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BBFC61BC-DA13-44E6-AA7A-ECD5399E8638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505A4CD5-13D4-4FE6-99D5-8516006AFC6A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534163B8-6C02-467D-B9A6-0F6D0F37A594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69168705-081A-42F4-86FF-DF15D36167F4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9962B257-48DA-4A7C-B5AC-4DF317F5E11D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7" name="Google Shape;372;p23">
            <a:extLst>
              <a:ext uri="{FF2B5EF4-FFF2-40B4-BE49-F238E27FC236}">
                <a16:creationId xmlns:a16="http://schemas.microsoft.com/office/drawing/2014/main" id="{18D3C00F-BD50-45BC-AB55-C9CACEC26534}"/>
              </a:ext>
            </a:extLst>
          </p:cNvPr>
          <p:cNvSpPr/>
          <p:nvPr/>
        </p:nvSpPr>
        <p:spPr>
          <a:xfrm>
            <a:off x="6086992" y="646423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58" name="صورة 4">
            <a:extLst>
              <a:ext uri="{FF2B5EF4-FFF2-40B4-BE49-F238E27FC236}">
                <a16:creationId xmlns:a16="http://schemas.microsoft.com/office/drawing/2014/main" id="{5049418F-DFF7-4BEC-9975-E2530B2236A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9658" y="5087588"/>
            <a:ext cx="1644447" cy="1227687"/>
          </a:xfrm>
          <a:prstGeom prst="rect">
            <a:avLst/>
          </a:prstGeom>
        </p:spPr>
      </p:pic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952C0E5C-DE1D-4CF5-9FFF-407871B8C98B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15A77352-B7E8-47AC-ADA6-9A5F6AEEDC0F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E7714430-1C16-46B6-B131-2BF56FA01C40}"/>
              </a:ext>
            </a:extLst>
          </p:cNvPr>
          <p:cNvSpPr/>
          <p:nvPr/>
        </p:nvSpPr>
        <p:spPr>
          <a:xfrm>
            <a:off x="3784099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372;p23">
            <a:extLst>
              <a:ext uri="{FF2B5EF4-FFF2-40B4-BE49-F238E27FC236}">
                <a16:creationId xmlns:a16="http://schemas.microsoft.com/office/drawing/2014/main" id="{5F066972-AF49-4CF7-8994-A97898303AD5}"/>
              </a:ext>
            </a:extLst>
          </p:cNvPr>
          <p:cNvSpPr/>
          <p:nvPr/>
        </p:nvSpPr>
        <p:spPr>
          <a:xfrm>
            <a:off x="4199473" y="642998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76" name="صورة 4">
            <a:extLst>
              <a:ext uri="{FF2B5EF4-FFF2-40B4-BE49-F238E27FC236}">
                <a16:creationId xmlns:a16="http://schemas.microsoft.com/office/drawing/2014/main" id="{0F01AFAE-442E-4F49-9C72-B0E9C4261B2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06843" y="5091036"/>
            <a:ext cx="1649744" cy="1224239"/>
          </a:xfrm>
          <a:prstGeom prst="rect">
            <a:avLst/>
          </a:prstGeom>
        </p:spPr>
      </p:pic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93AE9179-E01F-43E9-87B2-93A4771BB808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4F81B80A-62B1-4008-B4CB-15E2DA6CB78C}"/>
              </a:ext>
            </a:extLst>
          </p:cNvPr>
          <p:cNvSpPr/>
          <p:nvPr/>
        </p:nvSpPr>
        <p:spPr>
          <a:xfrm>
            <a:off x="1915930" y="470604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372;p23">
            <a:extLst>
              <a:ext uri="{FF2B5EF4-FFF2-40B4-BE49-F238E27FC236}">
                <a16:creationId xmlns:a16="http://schemas.microsoft.com/office/drawing/2014/main" id="{8607451C-F94E-4C8F-B0BF-8F601BF4661A}"/>
              </a:ext>
            </a:extLst>
          </p:cNvPr>
          <p:cNvSpPr/>
          <p:nvPr/>
        </p:nvSpPr>
        <p:spPr>
          <a:xfrm>
            <a:off x="2321871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3" name="Google Shape;372;p23">
            <a:extLst>
              <a:ext uri="{FF2B5EF4-FFF2-40B4-BE49-F238E27FC236}">
                <a16:creationId xmlns:a16="http://schemas.microsoft.com/office/drawing/2014/main" id="{AEB74EDE-E710-461B-A9CB-C9729178EDD3}"/>
              </a:ext>
            </a:extLst>
          </p:cNvPr>
          <p:cNvSpPr/>
          <p:nvPr/>
        </p:nvSpPr>
        <p:spPr>
          <a:xfrm>
            <a:off x="367417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7216AAF4-5060-4C74-853E-F878C6A2C0DB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B505234F-4748-413B-ADA2-4633508A3634}"/>
              </a:ext>
            </a:extLst>
          </p:cNvPr>
          <p:cNvSpPr/>
          <p:nvPr/>
        </p:nvSpPr>
        <p:spPr>
          <a:xfrm>
            <a:off x="57266" y="464550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354D6305-E4C6-4915-B1F0-49B1260E4F86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CC0B0278-F372-4AA2-9D3F-8EEDBE0FC213}"/>
              </a:ext>
            </a:extLst>
          </p:cNvPr>
          <p:cNvSpPr txBox="1"/>
          <p:nvPr/>
        </p:nvSpPr>
        <p:spPr>
          <a:xfrm>
            <a:off x="-68764" y="460914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379296CA-F2C3-458A-816F-94ACF862C1A1}"/>
              </a:ext>
            </a:extLst>
          </p:cNvPr>
          <p:cNvSpPr txBox="1"/>
          <p:nvPr/>
        </p:nvSpPr>
        <p:spPr>
          <a:xfrm>
            <a:off x="1756984" y="466313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D2991ADE-CF7E-4450-BC64-DEF53C4C4881}"/>
              </a:ext>
            </a:extLst>
          </p:cNvPr>
          <p:cNvSpPr txBox="1"/>
          <p:nvPr/>
        </p:nvSpPr>
        <p:spPr>
          <a:xfrm>
            <a:off x="3658699" y="46537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67655848-C0CA-4323-8163-147BEDE9A69E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4" name="Google Shape;76;p10">
            <a:extLst>
              <a:ext uri="{FF2B5EF4-FFF2-40B4-BE49-F238E27FC236}">
                <a16:creationId xmlns:a16="http://schemas.microsoft.com/office/drawing/2014/main" id="{417868A9-6B3B-4B43-8FD0-599C525E7112}"/>
              </a:ext>
            </a:extLst>
          </p:cNvPr>
          <p:cNvSpPr txBox="1"/>
          <p:nvPr/>
        </p:nvSpPr>
        <p:spPr>
          <a:xfrm>
            <a:off x="7366681" y="463167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AC303602-D608-45B0-AC81-582D18ECF1DB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E3BB9690-A701-4D3D-937E-B720F582AECB}"/>
              </a:ext>
            </a:extLst>
          </p:cNvPr>
          <p:cNvSpPr txBox="1"/>
          <p:nvPr/>
        </p:nvSpPr>
        <p:spPr>
          <a:xfrm>
            <a:off x="-72490" y="285232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7" name="Google Shape;76;p10">
            <a:extLst>
              <a:ext uri="{FF2B5EF4-FFF2-40B4-BE49-F238E27FC236}">
                <a16:creationId xmlns:a16="http://schemas.microsoft.com/office/drawing/2014/main" id="{5C3AA52B-8B3E-4BE0-893E-684646343A2A}"/>
              </a:ext>
            </a:extLst>
          </p:cNvPr>
          <p:cNvSpPr txBox="1"/>
          <p:nvPr/>
        </p:nvSpPr>
        <p:spPr>
          <a:xfrm>
            <a:off x="5967625" y="643019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8" name="Google Shape;76;p10">
            <a:extLst>
              <a:ext uri="{FF2B5EF4-FFF2-40B4-BE49-F238E27FC236}">
                <a16:creationId xmlns:a16="http://schemas.microsoft.com/office/drawing/2014/main" id="{2A7CDBBB-E123-4A29-99B2-6C14B029F9FB}"/>
              </a:ext>
            </a:extLst>
          </p:cNvPr>
          <p:cNvSpPr txBox="1"/>
          <p:nvPr/>
        </p:nvSpPr>
        <p:spPr>
          <a:xfrm>
            <a:off x="3993435" y="640898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9" name="Google Shape;76;p10">
            <a:extLst>
              <a:ext uri="{FF2B5EF4-FFF2-40B4-BE49-F238E27FC236}">
                <a16:creationId xmlns:a16="http://schemas.microsoft.com/office/drawing/2014/main" id="{874C3678-883C-4E83-ADAD-F296637C5F39}"/>
              </a:ext>
            </a:extLst>
          </p:cNvPr>
          <p:cNvSpPr txBox="1"/>
          <p:nvPr/>
        </p:nvSpPr>
        <p:spPr>
          <a:xfrm>
            <a:off x="2164894" y="641995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0" name="Google Shape;76;p10">
            <a:extLst>
              <a:ext uri="{FF2B5EF4-FFF2-40B4-BE49-F238E27FC236}">
                <a16:creationId xmlns:a16="http://schemas.microsoft.com/office/drawing/2014/main" id="{2D6E7900-2D62-4E9A-98AF-D353BC5ABF2D}"/>
              </a:ext>
            </a:extLst>
          </p:cNvPr>
          <p:cNvSpPr txBox="1"/>
          <p:nvPr/>
        </p:nvSpPr>
        <p:spPr>
          <a:xfrm>
            <a:off x="190704" y="6428881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7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52D1C452-5E05-3BD9-9E78-D2E89EEDEB3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19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DAFEED45-F386-4202-4D28-7729F9EE73D5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sp>
        <p:nvSpPr>
          <p:cNvPr id="20" name="Google Shape;75;p10">
            <a:extLst>
              <a:ext uri="{FF2B5EF4-FFF2-40B4-BE49-F238E27FC236}">
                <a16:creationId xmlns:a16="http://schemas.microsoft.com/office/drawing/2014/main" id="{AAB3C5FE-AEE8-0591-5EAD-B13BA3F0A36E}"/>
              </a:ext>
            </a:extLst>
          </p:cNvPr>
          <p:cNvSpPr txBox="1"/>
          <p:nvPr/>
        </p:nvSpPr>
        <p:spPr>
          <a:xfrm>
            <a:off x="3285357" y="466219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21" name="Google Shape;132;p1">
            <a:extLst>
              <a:ext uri="{FF2B5EF4-FFF2-40B4-BE49-F238E27FC236}">
                <a16:creationId xmlns:a16="http://schemas.microsoft.com/office/drawing/2014/main" id="{2FAFB98E-F732-774F-05EB-683C2B8E7578}"/>
              </a:ext>
            </a:extLst>
          </p:cNvPr>
          <p:cNvPicPr preferRelativeResize="0"/>
          <p:nvPr/>
        </p:nvPicPr>
        <p:blipFill rotWithShape="1"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صورة 4">
            <a:extLst>
              <a:ext uri="{FF2B5EF4-FFF2-40B4-BE49-F238E27FC236}">
                <a16:creationId xmlns:a16="http://schemas.microsoft.com/office/drawing/2014/main" id="{D35344BE-1BA4-2596-E2BD-2A3513216C20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417"/>
          <a:stretch>
            <a:fillRect/>
          </a:stretch>
        </p:blipFill>
        <p:spPr>
          <a:xfrm>
            <a:off x="374787" y="5087588"/>
            <a:ext cx="1649744" cy="1236472"/>
          </a:xfrm>
          <a:prstGeom prst="rect">
            <a:avLst/>
          </a:prstGeom>
        </p:spPr>
      </p:pic>
      <p:pic>
        <p:nvPicPr>
          <p:cNvPr id="6" name="صورة 4">
            <a:extLst>
              <a:ext uri="{FF2B5EF4-FFF2-40B4-BE49-F238E27FC236}">
                <a16:creationId xmlns:a16="http://schemas.microsoft.com/office/drawing/2014/main" id="{B5D000DC-7B7F-1DE4-DA4A-C385112F2B74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970"/>
          <a:stretch>
            <a:fillRect/>
          </a:stretch>
        </p:blipFill>
        <p:spPr>
          <a:xfrm>
            <a:off x="2331566" y="5087588"/>
            <a:ext cx="1641900" cy="123647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F4C0F61-6532-1E60-5703-0CB242BC3FFB}"/>
              </a:ext>
            </a:extLst>
          </p:cNvPr>
          <p:cNvSpPr txBox="1"/>
          <p:nvPr/>
        </p:nvSpPr>
        <p:spPr>
          <a:xfrm>
            <a:off x="4684598" y="2636385"/>
            <a:ext cx="7649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4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٢٠٢٥/٠٨/١٣ ٩:٠٣:١٦ م</a:t>
            </a:r>
          </a:p>
          <a:p>
            <a:r>
              <a:rPr lang="ar-SA" sz="4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#ابتدائية ومتوسطة بطحان بنات</a:t>
            </a:r>
            <a:endParaRPr lang="en-SA" sz="40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9A9405-DB8A-6FAD-7299-2D4F2BF873A9}"/>
              </a:ext>
            </a:extLst>
          </p:cNvPr>
          <p:cNvSpPr txBox="1"/>
          <p:nvPr/>
        </p:nvSpPr>
        <p:spPr>
          <a:xfrm>
            <a:off x="6635843" y="2635746"/>
            <a:ext cx="7649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4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٢٠٢٥/٠٨/١٣ ٨:١١:٠٧ م</a:t>
            </a:r>
          </a:p>
          <a:p>
            <a:r>
              <a:rPr lang="ar-SA" sz="4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#ابتدائية ومتوسطة بطحان بنات</a:t>
            </a:r>
            <a:endParaRPr lang="en-SA" sz="40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3B320F3-61E0-E984-2E50-5F5AAD40588D}"/>
              </a:ext>
            </a:extLst>
          </p:cNvPr>
          <p:cNvSpPr txBox="1"/>
          <p:nvPr/>
        </p:nvSpPr>
        <p:spPr>
          <a:xfrm>
            <a:off x="8476309" y="2603684"/>
            <a:ext cx="7649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4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٢٠٢٥/٠٨/١٣ ٨:١٠:٥٥ م</a:t>
            </a:r>
          </a:p>
          <a:p>
            <a:r>
              <a:rPr lang="ar-SA" sz="4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#ابتدائية ومتوسطة بطحان بنات</a:t>
            </a:r>
            <a:endParaRPr lang="en-SA" sz="40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12" name="Google Shape;76;p10">
            <a:extLst>
              <a:ext uri="{FF2B5EF4-FFF2-40B4-BE49-F238E27FC236}">
                <a16:creationId xmlns:a16="http://schemas.microsoft.com/office/drawing/2014/main" id="{6C3B530A-9CA4-DD7C-9DA8-8AC58DBEE7FD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" name="Google Shape;75;p10">
            <a:extLst>
              <a:ext uri="{FF2B5EF4-FFF2-40B4-BE49-F238E27FC236}">
                <a16:creationId xmlns:a16="http://schemas.microsoft.com/office/drawing/2014/main" id="{C619B836-A869-599D-090B-A8FF9F11A862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1" name="صورة 4">
            <a:extLst>
              <a:ext uri="{FF2B5EF4-FFF2-40B4-BE49-F238E27FC236}">
                <a16:creationId xmlns:a16="http://schemas.microsoft.com/office/drawing/2014/main" id="{6AF8047A-4F67-FD16-44C4-3FD744290539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873"/>
          <a:stretch>
            <a:fillRect/>
          </a:stretch>
        </p:blipFill>
        <p:spPr>
          <a:xfrm>
            <a:off x="1943966" y="3290165"/>
            <a:ext cx="1611489" cy="1278391"/>
          </a:xfrm>
          <a:prstGeom prst="rect">
            <a:avLst/>
          </a:prstGeom>
        </p:spPr>
      </p:pic>
      <p:pic>
        <p:nvPicPr>
          <p:cNvPr id="14" name="صورة 4">
            <a:extLst>
              <a:ext uri="{FF2B5EF4-FFF2-40B4-BE49-F238E27FC236}">
                <a16:creationId xmlns:a16="http://schemas.microsoft.com/office/drawing/2014/main" id="{D7501AEF-15CF-D790-C298-FE041D12C706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4539" y="3309642"/>
            <a:ext cx="1644225" cy="1265010"/>
          </a:xfrm>
          <a:prstGeom prst="rect">
            <a:avLst/>
          </a:prstGeom>
        </p:spPr>
      </p:pic>
      <p:pic>
        <p:nvPicPr>
          <p:cNvPr id="15" name="صورة 4">
            <a:extLst>
              <a:ext uri="{FF2B5EF4-FFF2-40B4-BE49-F238E27FC236}">
                <a16:creationId xmlns:a16="http://schemas.microsoft.com/office/drawing/2014/main" id="{D69E5D31-36BA-A664-924F-E1B00A52193B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98" b="-1169"/>
          <a:stretch>
            <a:fillRect/>
          </a:stretch>
        </p:blipFill>
        <p:spPr>
          <a:xfrm>
            <a:off x="1897149" y="1580102"/>
            <a:ext cx="1658306" cy="1222709"/>
          </a:xfrm>
          <a:prstGeom prst="rect">
            <a:avLst/>
          </a:prstGeom>
        </p:spPr>
      </p:pic>
      <p:pic>
        <p:nvPicPr>
          <p:cNvPr id="16" name="صورة 4">
            <a:extLst>
              <a:ext uri="{FF2B5EF4-FFF2-40B4-BE49-F238E27FC236}">
                <a16:creationId xmlns:a16="http://schemas.microsoft.com/office/drawing/2014/main" id="{CCF874A1-8C60-60FA-A580-285C2A85AE94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414" b="-592"/>
          <a:stretch>
            <a:fillRect/>
          </a:stretch>
        </p:blipFill>
        <p:spPr>
          <a:xfrm>
            <a:off x="3812261" y="3280323"/>
            <a:ext cx="1644225" cy="1297165"/>
          </a:xfrm>
          <a:prstGeom prst="rect">
            <a:avLst/>
          </a:prstGeom>
        </p:spPr>
      </p:pic>
      <p:pic>
        <p:nvPicPr>
          <p:cNvPr id="22" name="صورة 4">
            <a:extLst>
              <a:ext uri="{FF2B5EF4-FFF2-40B4-BE49-F238E27FC236}">
                <a16:creationId xmlns:a16="http://schemas.microsoft.com/office/drawing/2014/main" id="{530DB405-C05F-B894-6288-6F2162BEBDC8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1124" y="1580101"/>
            <a:ext cx="1581759" cy="1177647"/>
          </a:xfrm>
          <a:prstGeom prst="rect">
            <a:avLst/>
          </a:prstGeom>
        </p:spPr>
      </p:pic>
      <p:pic>
        <p:nvPicPr>
          <p:cNvPr id="23" name="صورة 4">
            <a:extLst>
              <a:ext uri="{FF2B5EF4-FFF2-40B4-BE49-F238E27FC236}">
                <a16:creationId xmlns:a16="http://schemas.microsoft.com/office/drawing/2014/main" id="{6C0A2C4D-FF29-0BA3-480A-4CA2547964E8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335" b="-705"/>
          <a:stretch>
            <a:fillRect/>
          </a:stretch>
        </p:blipFill>
        <p:spPr>
          <a:xfrm>
            <a:off x="7530168" y="1612273"/>
            <a:ext cx="1637607" cy="1218415"/>
          </a:xfrm>
          <a:prstGeom prst="rect">
            <a:avLst/>
          </a:prstGeom>
        </p:spPr>
      </p:pic>
      <p:pic>
        <p:nvPicPr>
          <p:cNvPr id="30" name="صورة 4">
            <a:extLst>
              <a:ext uri="{FF2B5EF4-FFF2-40B4-BE49-F238E27FC236}">
                <a16:creationId xmlns:a16="http://schemas.microsoft.com/office/drawing/2014/main" id="{033E7C75-6860-ABDD-60FC-E8C6A1FE80C4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795"/>
          <a:stretch>
            <a:fillRect/>
          </a:stretch>
        </p:blipFill>
        <p:spPr>
          <a:xfrm>
            <a:off x="5633817" y="1612272"/>
            <a:ext cx="1693494" cy="1230928"/>
          </a:xfrm>
          <a:prstGeom prst="rect">
            <a:avLst/>
          </a:prstGeom>
        </p:spPr>
      </p:pic>
      <p:pic>
        <p:nvPicPr>
          <p:cNvPr id="32" name="صورة 4">
            <a:extLst>
              <a:ext uri="{FF2B5EF4-FFF2-40B4-BE49-F238E27FC236}">
                <a16:creationId xmlns:a16="http://schemas.microsoft.com/office/drawing/2014/main" id="{42E5A016-38B3-BC93-053F-43A0F0EA783D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027"/>
          <a:stretch>
            <a:fillRect/>
          </a:stretch>
        </p:blipFill>
        <p:spPr>
          <a:xfrm>
            <a:off x="3764146" y="1612272"/>
            <a:ext cx="1619315" cy="1202363"/>
          </a:xfrm>
          <a:prstGeom prst="rect">
            <a:avLst/>
          </a:prstGeom>
        </p:spPr>
      </p:pic>
      <p:pic>
        <p:nvPicPr>
          <p:cNvPr id="33" name="صورة 4">
            <a:extLst>
              <a:ext uri="{FF2B5EF4-FFF2-40B4-BE49-F238E27FC236}">
                <a16:creationId xmlns:a16="http://schemas.microsoft.com/office/drawing/2014/main" id="{4B67EAA7-C552-4ED3-2150-692D9139469B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42432" y="3301137"/>
            <a:ext cx="1625344" cy="1282218"/>
          </a:xfrm>
          <a:prstGeom prst="rect">
            <a:avLst/>
          </a:prstGeom>
        </p:spPr>
      </p:pic>
      <p:pic>
        <p:nvPicPr>
          <p:cNvPr id="34" name="صورة 4">
            <a:extLst>
              <a:ext uri="{FF2B5EF4-FFF2-40B4-BE49-F238E27FC236}">
                <a16:creationId xmlns:a16="http://schemas.microsoft.com/office/drawing/2014/main" id="{275068BC-EEA0-7D32-34C5-896FEA73B4F3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05"/>
          <a:stretch>
            <a:fillRect/>
          </a:stretch>
        </p:blipFill>
        <p:spPr>
          <a:xfrm>
            <a:off x="5663629" y="3280323"/>
            <a:ext cx="1657113" cy="1297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7216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B6FFA-D8F8-4D8A-EFC9-C19865A8C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D11B86B1-BBF7-A4E7-4025-DE4FD405D313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marL="0" algn="ctr" defTabSz="914400" rtl="0" eaLnBrk="1" latinLnBrk="0" hangingPunct="1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B329EAC0-0C1E-4C2C-0E0E-CD5ED7DD2A8B}"/>
              </a:ext>
            </a:extLst>
          </p:cNvPr>
          <p:cNvSpPr/>
          <p:nvPr/>
        </p:nvSpPr>
        <p:spPr>
          <a:xfrm rot="2700000">
            <a:off x="9406668" y="5103545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71EEA0A3-61DB-DDC8-7DFA-BAD69FE3B5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6336BAED-2BAF-22F4-3C16-939322D490C3}"/>
              </a:ext>
            </a:extLst>
          </p:cNvPr>
          <p:cNvGrpSpPr/>
          <p:nvPr/>
        </p:nvGrpSpPr>
        <p:grpSpPr>
          <a:xfrm>
            <a:off x="0" y="6658993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3AC21B75-08AF-CA13-3FD0-8877BF609587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1FCB6A87-FF03-55D1-4F4E-AE8D06CA2ABB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31" name="شكل حر: شكل 30">
            <a:extLst>
              <a:ext uri="{FF2B5EF4-FFF2-40B4-BE49-F238E27FC236}">
                <a16:creationId xmlns:a16="http://schemas.microsoft.com/office/drawing/2014/main" id="{7B6BA1E2-D541-00A6-1F81-C3413B593697}"/>
              </a:ext>
            </a:extLst>
          </p:cNvPr>
          <p:cNvSpPr/>
          <p:nvPr/>
        </p:nvSpPr>
        <p:spPr>
          <a:xfrm rot="2700000">
            <a:off x="9647363" y="692049"/>
            <a:ext cx="4753477" cy="4278591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noFill/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1" eaLnBrk="1" latinLnBrk="0" hangingPunct="1"/>
            <a:endParaRPr lang="ar-SA"/>
          </a:p>
        </p:txBody>
      </p:sp>
      <p:sp>
        <p:nvSpPr>
          <p:cNvPr id="29" name="شكل حر: شكل 28">
            <a:extLst>
              <a:ext uri="{FF2B5EF4-FFF2-40B4-BE49-F238E27FC236}">
                <a16:creationId xmlns:a16="http://schemas.microsoft.com/office/drawing/2014/main" id="{FC168AF8-B4D6-C2BE-DC0B-DB5CFFD9E661}"/>
              </a:ext>
            </a:extLst>
          </p:cNvPr>
          <p:cNvSpPr/>
          <p:nvPr/>
        </p:nvSpPr>
        <p:spPr>
          <a:xfrm rot="2700000">
            <a:off x="9699430" y="728604"/>
            <a:ext cx="4589447" cy="4191152"/>
          </a:xfrm>
          <a:custGeom>
            <a:avLst/>
            <a:gdLst>
              <a:gd name="connsiteX0" fmla="*/ 398294 w 4589447"/>
              <a:gd name="connsiteY0" fmla="*/ 0 h 4191152"/>
              <a:gd name="connsiteX1" fmla="*/ 4589447 w 4589447"/>
              <a:gd name="connsiteY1" fmla="*/ 4191152 h 4191152"/>
              <a:gd name="connsiteX2" fmla="*/ 986068 w 4589447"/>
              <a:gd name="connsiteY2" fmla="*/ 4191152 h 4191152"/>
              <a:gd name="connsiteX3" fmla="*/ 0 w 4589447"/>
              <a:gd name="connsiteY3" fmla="*/ 3065411 h 4191152"/>
              <a:gd name="connsiteX4" fmla="*/ 0 w 4589447"/>
              <a:gd name="connsiteY4" fmla="*/ 454711 h 4191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9447" h="4191152">
                <a:moveTo>
                  <a:pt x="398294" y="0"/>
                </a:moveTo>
                <a:lnTo>
                  <a:pt x="4589447" y="4191152"/>
                </a:lnTo>
                <a:lnTo>
                  <a:pt x="986068" y="4191152"/>
                </a:lnTo>
                <a:cubicBezTo>
                  <a:pt x="441478" y="4191152"/>
                  <a:pt x="0" y="3687140"/>
                  <a:pt x="0" y="3065411"/>
                </a:cubicBezTo>
                <a:lnTo>
                  <a:pt x="0" y="454711"/>
                </a:lnTo>
                <a:close/>
              </a:path>
            </a:pathLst>
          </a:custGeom>
          <a:blipFill dpi="0" rotWithShape="0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0" eaLnBrk="1" latinLnBrk="0" hangingPunct="1"/>
            <a:endParaRPr lang="ar-SA"/>
          </a:p>
        </p:txBody>
      </p: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C69D2889-16BE-E8F6-2FC6-96D98D984EFE}"/>
              </a:ext>
            </a:extLst>
          </p:cNvPr>
          <p:cNvSpPr txBox="1"/>
          <p:nvPr/>
        </p:nvSpPr>
        <p:spPr>
          <a:xfrm>
            <a:off x="9621542" y="6232979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63C91613-1C1A-640F-1FD8-80A884D97D81}"/>
              </a:ext>
            </a:extLst>
          </p:cNvPr>
          <p:cNvSpPr/>
          <p:nvPr/>
        </p:nvSpPr>
        <p:spPr>
          <a:xfrm>
            <a:off x="7530169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E2D78B7A-9935-4B77-1144-1A357708CDD3}"/>
              </a:ext>
            </a:extLst>
          </p:cNvPr>
          <p:cNvSpPr txBox="1"/>
          <p:nvPr/>
        </p:nvSpPr>
        <p:spPr>
          <a:xfrm>
            <a:off x="7342230" y="28241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F52D2757-AC91-6F61-E587-B44792CAAEFC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BA5E43D3-780F-434D-431B-43C7493F054D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9A181FDD-084B-3A13-EA5A-5362E627A8DA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35DDA40B-4B80-6BAF-EC33-43D6E34E4862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437799C4-25C3-A5B4-9A01-BD9D19FE3071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7" name="Google Shape;372;p23">
            <a:extLst>
              <a:ext uri="{FF2B5EF4-FFF2-40B4-BE49-F238E27FC236}">
                <a16:creationId xmlns:a16="http://schemas.microsoft.com/office/drawing/2014/main" id="{44DE773E-C010-4329-4CA4-156D369B6D3F}"/>
              </a:ext>
            </a:extLst>
          </p:cNvPr>
          <p:cNvSpPr/>
          <p:nvPr/>
        </p:nvSpPr>
        <p:spPr>
          <a:xfrm>
            <a:off x="6086992" y="646423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7FB2B058-E238-6CA1-E2A8-6D59D1E23989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2B1CC2F3-0F46-8CB4-3C15-F677EC3A2C97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32FBD984-C390-0EEE-0EDD-494BC964D2B9}"/>
              </a:ext>
            </a:extLst>
          </p:cNvPr>
          <p:cNvSpPr/>
          <p:nvPr/>
        </p:nvSpPr>
        <p:spPr>
          <a:xfrm>
            <a:off x="3784099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372;p23">
            <a:extLst>
              <a:ext uri="{FF2B5EF4-FFF2-40B4-BE49-F238E27FC236}">
                <a16:creationId xmlns:a16="http://schemas.microsoft.com/office/drawing/2014/main" id="{6EEEE956-5B78-99AA-02AE-7C58836ED36F}"/>
              </a:ext>
            </a:extLst>
          </p:cNvPr>
          <p:cNvSpPr/>
          <p:nvPr/>
        </p:nvSpPr>
        <p:spPr>
          <a:xfrm>
            <a:off x="4199473" y="642998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0C486BBD-31D0-796A-954B-5C3C675B448A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DC83C227-DB23-9F6E-D7B4-DC6EA9EFE50B}"/>
              </a:ext>
            </a:extLst>
          </p:cNvPr>
          <p:cNvSpPr/>
          <p:nvPr/>
        </p:nvSpPr>
        <p:spPr>
          <a:xfrm>
            <a:off x="1915930" y="470604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372;p23">
            <a:extLst>
              <a:ext uri="{FF2B5EF4-FFF2-40B4-BE49-F238E27FC236}">
                <a16:creationId xmlns:a16="http://schemas.microsoft.com/office/drawing/2014/main" id="{D29B1E47-0497-C920-3128-41F32B2A0B02}"/>
              </a:ext>
            </a:extLst>
          </p:cNvPr>
          <p:cNvSpPr/>
          <p:nvPr/>
        </p:nvSpPr>
        <p:spPr>
          <a:xfrm>
            <a:off x="2321871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3" name="Google Shape;372;p23">
            <a:extLst>
              <a:ext uri="{FF2B5EF4-FFF2-40B4-BE49-F238E27FC236}">
                <a16:creationId xmlns:a16="http://schemas.microsoft.com/office/drawing/2014/main" id="{E3262F90-D54D-EE77-6C94-A7FFD251F59E}"/>
              </a:ext>
            </a:extLst>
          </p:cNvPr>
          <p:cNvSpPr/>
          <p:nvPr/>
        </p:nvSpPr>
        <p:spPr>
          <a:xfrm>
            <a:off x="367417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9B587F90-9AC6-7014-835D-5C008FD021E0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0EB880A0-AD87-11DB-D586-A0AABBD2735E}"/>
              </a:ext>
            </a:extLst>
          </p:cNvPr>
          <p:cNvSpPr/>
          <p:nvPr/>
        </p:nvSpPr>
        <p:spPr>
          <a:xfrm>
            <a:off x="57266" y="464550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5D4493F2-C0F8-5829-2B3E-8C72950F3A5E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82F61B83-E6A7-5047-56A2-04C51B16EA29}"/>
              </a:ext>
            </a:extLst>
          </p:cNvPr>
          <p:cNvSpPr txBox="1"/>
          <p:nvPr/>
        </p:nvSpPr>
        <p:spPr>
          <a:xfrm>
            <a:off x="-68764" y="460914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C4837E0F-92B7-E7E7-1B80-869D9F3B26E8}"/>
              </a:ext>
            </a:extLst>
          </p:cNvPr>
          <p:cNvSpPr txBox="1"/>
          <p:nvPr/>
        </p:nvSpPr>
        <p:spPr>
          <a:xfrm>
            <a:off x="1756984" y="466313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B986D2D7-4857-7868-E5E6-0B682BA0E7EC}"/>
              </a:ext>
            </a:extLst>
          </p:cNvPr>
          <p:cNvSpPr txBox="1"/>
          <p:nvPr/>
        </p:nvSpPr>
        <p:spPr>
          <a:xfrm>
            <a:off x="3658699" y="46537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EE5B2988-CC40-39A0-696A-BAC17212B050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4" name="Google Shape;76;p10">
            <a:extLst>
              <a:ext uri="{FF2B5EF4-FFF2-40B4-BE49-F238E27FC236}">
                <a16:creationId xmlns:a16="http://schemas.microsoft.com/office/drawing/2014/main" id="{8CF8464D-0680-5F54-F69F-A1CEAEEAD785}"/>
              </a:ext>
            </a:extLst>
          </p:cNvPr>
          <p:cNvSpPr txBox="1"/>
          <p:nvPr/>
        </p:nvSpPr>
        <p:spPr>
          <a:xfrm>
            <a:off x="7366681" y="463167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4BFDAC89-C0A4-EA88-6515-E006573B0E0C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064A80BA-E6BA-564A-4D05-B54C078FA6EE}"/>
              </a:ext>
            </a:extLst>
          </p:cNvPr>
          <p:cNvSpPr txBox="1"/>
          <p:nvPr/>
        </p:nvSpPr>
        <p:spPr>
          <a:xfrm>
            <a:off x="-103744" y="2849532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7" name="Google Shape;76;p10">
            <a:extLst>
              <a:ext uri="{FF2B5EF4-FFF2-40B4-BE49-F238E27FC236}">
                <a16:creationId xmlns:a16="http://schemas.microsoft.com/office/drawing/2014/main" id="{5FE10945-5D90-C6B2-0301-11775B477C2A}"/>
              </a:ext>
            </a:extLst>
          </p:cNvPr>
          <p:cNvSpPr txBox="1"/>
          <p:nvPr/>
        </p:nvSpPr>
        <p:spPr>
          <a:xfrm>
            <a:off x="5967625" y="643019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8" name="Google Shape;76;p10">
            <a:extLst>
              <a:ext uri="{FF2B5EF4-FFF2-40B4-BE49-F238E27FC236}">
                <a16:creationId xmlns:a16="http://schemas.microsoft.com/office/drawing/2014/main" id="{6C63A859-87B4-448F-78B5-14763B9E2974}"/>
              </a:ext>
            </a:extLst>
          </p:cNvPr>
          <p:cNvSpPr txBox="1"/>
          <p:nvPr/>
        </p:nvSpPr>
        <p:spPr>
          <a:xfrm>
            <a:off x="3993435" y="640898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9" name="Google Shape;76;p10">
            <a:extLst>
              <a:ext uri="{FF2B5EF4-FFF2-40B4-BE49-F238E27FC236}">
                <a16:creationId xmlns:a16="http://schemas.microsoft.com/office/drawing/2014/main" id="{04724DA5-D92A-51C6-785E-5161A942F6E9}"/>
              </a:ext>
            </a:extLst>
          </p:cNvPr>
          <p:cNvSpPr txBox="1"/>
          <p:nvPr/>
        </p:nvSpPr>
        <p:spPr>
          <a:xfrm>
            <a:off x="2164894" y="641995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0" name="Google Shape;76;p10">
            <a:extLst>
              <a:ext uri="{FF2B5EF4-FFF2-40B4-BE49-F238E27FC236}">
                <a16:creationId xmlns:a16="http://schemas.microsoft.com/office/drawing/2014/main" id="{73EE92E2-CA53-E057-7896-CE0559DBBE01}"/>
              </a:ext>
            </a:extLst>
          </p:cNvPr>
          <p:cNvSpPr txBox="1"/>
          <p:nvPr/>
        </p:nvSpPr>
        <p:spPr>
          <a:xfrm>
            <a:off x="190704" y="6428881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8" name="AutoShape 20">
            <a:extLst>
              <a:ext uri="{FF2B5EF4-FFF2-40B4-BE49-F238E27FC236}">
                <a16:creationId xmlns:a16="http://schemas.microsoft.com/office/drawing/2014/main" id="{626B3346-BD64-356C-E44A-960629D2FC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ar-SA"/>
          </a:p>
        </p:txBody>
      </p:sp>
      <p:pic>
        <p:nvPicPr>
          <p:cNvPr id="12" name="صورة 11">
            <a:extLst>
              <a:ext uri="{FF2B5EF4-FFF2-40B4-BE49-F238E27FC236}">
                <a16:creationId xmlns:a16="http://schemas.microsoft.com/office/drawing/2014/main" id="{8BE5F60C-4C4E-C973-CF77-F5F477680A4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8664" y="5087588"/>
            <a:ext cx="1654287" cy="1243874"/>
          </a:xfrm>
          <a:prstGeom prst="rect">
            <a:avLst/>
          </a:prstGeom>
        </p:spPr>
      </p:pic>
      <p:pic>
        <p:nvPicPr>
          <p:cNvPr id="13" name="صورة 12">
            <a:extLst>
              <a:ext uri="{FF2B5EF4-FFF2-40B4-BE49-F238E27FC236}">
                <a16:creationId xmlns:a16="http://schemas.microsoft.com/office/drawing/2014/main" id="{C8D154D2-2CA2-4183-DBCF-011D3D6C986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901"/>
          <a:stretch>
            <a:fillRect/>
          </a:stretch>
        </p:blipFill>
        <p:spPr>
          <a:xfrm>
            <a:off x="4202509" y="5079012"/>
            <a:ext cx="1647892" cy="1259466"/>
          </a:xfrm>
          <a:prstGeom prst="rect">
            <a:avLst/>
          </a:prstGeom>
        </p:spPr>
      </p:pic>
      <p:sp>
        <p:nvSpPr>
          <p:cNvPr id="9" name="Google Shape;79;p10">
            <a:extLst>
              <a:ext uri="{FF2B5EF4-FFF2-40B4-BE49-F238E27FC236}">
                <a16:creationId xmlns:a16="http://schemas.microsoft.com/office/drawing/2014/main" id="{7F2C5B28-C167-819A-8A77-116CC51E6251}"/>
              </a:ext>
            </a:extLst>
          </p:cNvPr>
          <p:cNvSpPr txBox="1"/>
          <p:nvPr/>
        </p:nvSpPr>
        <p:spPr>
          <a:xfrm>
            <a:off x="3417970" y="850502"/>
            <a:ext cx="4956395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 ابتدائية و متوسطة الظهراني بنات مستأجر 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A7CE94FA-6B93-7FE5-5677-7F665FD70E7A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5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195B3CDE-7121-679F-8737-D3C984CF5C09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pic>
        <p:nvPicPr>
          <p:cNvPr id="6" name="Google Shape;132;p1">
            <a:extLst>
              <a:ext uri="{FF2B5EF4-FFF2-40B4-BE49-F238E27FC236}">
                <a16:creationId xmlns:a16="http://schemas.microsoft.com/office/drawing/2014/main" id="{88A58FED-D5C5-7914-EBE2-0162C2FB3063}"/>
              </a:ext>
            </a:extLst>
          </p:cNvPr>
          <p:cNvPicPr preferRelativeResize="0"/>
          <p:nvPr/>
        </p:nvPicPr>
        <p:blipFill rotWithShape="1"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5;p10">
            <a:extLst>
              <a:ext uri="{FF2B5EF4-FFF2-40B4-BE49-F238E27FC236}">
                <a16:creationId xmlns:a16="http://schemas.microsoft.com/office/drawing/2014/main" id="{692EE9A3-26EA-9734-997B-4B4439212EF2}"/>
              </a:ext>
            </a:extLst>
          </p:cNvPr>
          <p:cNvSpPr txBox="1"/>
          <p:nvPr/>
        </p:nvSpPr>
        <p:spPr>
          <a:xfrm>
            <a:off x="3285357" y="466219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0" name="صورة 12">
            <a:extLst>
              <a:ext uri="{FF2B5EF4-FFF2-40B4-BE49-F238E27FC236}">
                <a16:creationId xmlns:a16="http://schemas.microsoft.com/office/drawing/2014/main" id="{9D108273-3AAA-B572-7077-13EC794B1C88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489"/>
          <a:stretch>
            <a:fillRect/>
          </a:stretch>
        </p:blipFill>
        <p:spPr>
          <a:xfrm>
            <a:off x="2338928" y="5087588"/>
            <a:ext cx="1707982" cy="1259466"/>
          </a:xfrm>
          <a:prstGeom prst="rect">
            <a:avLst/>
          </a:prstGeom>
        </p:spPr>
      </p:pic>
      <p:pic>
        <p:nvPicPr>
          <p:cNvPr id="11" name="صورة 4">
            <a:extLst>
              <a:ext uri="{FF2B5EF4-FFF2-40B4-BE49-F238E27FC236}">
                <a16:creationId xmlns:a16="http://schemas.microsoft.com/office/drawing/2014/main" id="{FAFB09BE-6B02-C775-AF57-86ADA7A2654C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34185" y="5071262"/>
            <a:ext cx="1707983" cy="12975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06F5D3A1-1037-A97F-2079-49287EB5F432}"/>
              </a:ext>
            </a:extLst>
          </p:cNvPr>
          <p:cNvSpPr txBox="1"/>
          <p:nvPr/>
        </p:nvSpPr>
        <p:spPr>
          <a:xfrm>
            <a:off x="4233054" y="2438468"/>
            <a:ext cx="12731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7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السبت، ٢٣ أغسطس، ٢٠٢٥ ١:٥٠ م</a:t>
            </a:r>
          </a:p>
          <a:p>
            <a:r>
              <a:rPr lang="ar-SA" sz="7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الظهراني بنات</a:t>
            </a:r>
            <a:endParaRPr lang="en-SA" sz="70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1B8A942-7AF1-0BD1-276E-0F927A228A1F}"/>
              </a:ext>
            </a:extLst>
          </p:cNvPr>
          <p:cNvSpPr txBox="1"/>
          <p:nvPr/>
        </p:nvSpPr>
        <p:spPr>
          <a:xfrm>
            <a:off x="2392530" y="2529353"/>
            <a:ext cx="12731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7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السبت، ٢٣ أغسطس، ٢٠٢٥ ١:٥٤ م</a:t>
            </a:r>
          </a:p>
          <a:p>
            <a:r>
              <a:rPr lang="ar-SA" sz="7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الظهراني بنات</a:t>
            </a:r>
            <a:endParaRPr lang="en-SA" sz="70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EC049D2-66B2-83F8-5B44-8B01D7C596C0}"/>
              </a:ext>
            </a:extLst>
          </p:cNvPr>
          <p:cNvSpPr txBox="1"/>
          <p:nvPr/>
        </p:nvSpPr>
        <p:spPr>
          <a:xfrm>
            <a:off x="500703" y="2510880"/>
            <a:ext cx="12731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7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السبت، ٢٣ أغسطس، ٢٠٢٥ ٢:٠٢ م</a:t>
            </a:r>
          </a:p>
          <a:p>
            <a:r>
              <a:rPr lang="ar-SA" sz="7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الظهراني بنات</a:t>
            </a:r>
            <a:endParaRPr lang="en-SA" sz="70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783512B-111A-326F-B770-8D8288B6668D}"/>
              </a:ext>
            </a:extLst>
          </p:cNvPr>
          <p:cNvSpPr txBox="1"/>
          <p:nvPr/>
        </p:nvSpPr>
        <p:spPr>
          <a:xfrm>
            <a:off x="7958853" y="4285026"/>
            <a:ext cx="12731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7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السبت، ٢٣ أغسطس، ٢٠٢٥ ٢:١٠ م</a:t>
            </a:r>
          </a:p>
          <a:p>
            <a:r>
              <a:rPr lang="ar-SA" sz="7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الظهراني بنات</a:t>
            </a:r>
            <a:endParaRPr lang="en-SA" sz="70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14" name="Google Shape;75;p10">
            <a:extLst>
              <a:ext uri="{FF2B5EF4-FFF2-40B4-BE49-F238E27FC236}">
                <a16:creationId xmlns:a16="http://schemas.microsoft.com/office/drawing/2014/main" id="{29FFCAAF-3886-239E-7DA9-4C6215E2D794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7" name="Google Shape;76;p10">
            <a:extLst>
              <a:ext uri="{FF2B5EF4-FFF2-40B4-BE49-F238E27FC236}">
                <a16:creationId xmlns:a16="http://schemas.microsoft.com/office/drawing/2014/main" id="{486AF6FA-0D94-6784-51C6-8BB3A8CEF791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8" name="صورة 4">
            <a:extLst>
              <a:ext uri="{FF2B5EF4-FFF2-40B4-BE49-F238E27FC236}">
                <a16:creationId xmlns:a16="http://schemas.microsoft.com/office/drawing/2014/main" id="{6F9F6920-9638-DB00-712F-5EEAEBDD60C2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772248" y="3261599"/>
            <a:ext cx="1674307" cy="1311133"/>
          </a:xfrm>
          <a:prstGeom prst="rect">
            <a:avLst/>
          </a:prstGeom>
        </p:spPr>
      </p:pic>
      <p:pic>
        <p:nvPicPr>
          <p:cNvPr id="15" name="صورة 4">
            <a:extLst>
              <a:ext uri="{FF2B5EF4-FFF2-40B4-BE49-F238E27FC236}">
                <a16:creationId xmlns:a16="http://schemas.microsoft.com/office/drawing/2014/main" id="{DD6E7288-02A7-8DC0-9C68-7697EB7F2CFA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50250" y="3301137"/>
            <a:ext cx="1663140" cy="1307682"/>
          </a:xfrm>
          <a:prstGeom prst="rect">
            <a:avLst/>
          </a:prstGeom>
        </p:spPr>
      </p:pic>
      <p:pic>
        <p:nvPicPr>
          <p:cNvPr id="16" name="صورة 4">
            <a:extLst>
              <a:ext uri="{FF2B5EF4-FFF2-40B4-BE49-F238E27FC236}">
                <a16:creationId xmlns:a16="http://schemas.microsoft.com/office/drawing/2014/main" id="{EB4C9387-C7FA-A66A-D5FB-B70D4F05D155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80986" y="1554837"/>
            <a:ext cx="1705363" cy="1181496"/>
          </a:xfrm>
          <a:prstGeom prst="rect">
            <a:avLst/>
          </a:prstGeom>
        </p:spPr>
      </p:pic>
      <p:pic>
        <p:nvPicPr>
          <p:cNvPr id="18" name="صورة 4">
            <a:extLst>
              <a:ext uri="{FF2B5EF4-FFF2-40B4-BE49-F238E27FC236}">
                <a16:creationId xmlns:a16="http://schemas.microsoft.com/office/drawing/2014/main" id="{864548AF-1F26-A899-9EC4-6D8DF4343C4A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76058" y="1550146"/>
            <a:ext cx="1630893" cy="1204486"/>
          </a:xfrm>
          <a:prstGeom prst="rect">
            <a:avLst/>
          </a:prstGeom>
        </p:spPr>
      </p:pic>
      <p:pic>
        <p:nvPicPr>
          <p:cNvPr id="19" name="صورة 4">
            <a:extLst>
              <a:ext uri="{FF2B5EF4-FFF2-40B4-BE49-F238E27FC236}">
                <a16:creationId xmlns:a16="http://schemas.microsoft.com/office/drawing/2014/main" id="{D9F2D642-D4D2-3073-FF88-001AC04782B6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26091" y="1531437"/>
            <a:ext cx="1657113" cy="1204486"/>
          </a:xfrm>
          <a:prstGeom prst="rect">
            <a:avLst/>
          </a:prstGeom>
        </p:spPr>
      </p:pic>
      <p:pic>
        <p:nvPicPr>
          <p:cNvPr id="20" name="صورة 4">
            <a:extLst>
              <a:ext uri="{FF2B5EF4-FFF2-40B4-BE49-F238E27FC236}">
                <a16:creationId xmlns:a16="http://schemas.microsoft.com/office/drawing/2014/main" id="{57A832FE-E2A4-2836-B247-74C1CE4630F7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500"/>
          <a:stretch>
            <a:fillRect/>
          </a:stretch>
        </p:blipFill>
        <p:spPr>
          <a:xfrm>
            <a:off x="66550" y="3244294"/>
            <a:ext cx="1726507" cy="1307717"/>
          </a:xfrm>
          <a:prstGeom prst="rect">
            <a:avLst/>
          </a:prstGeom>
        </p:spPr>
      </p:pic>
      <p:pic>
        <p:nvPicPr>
          <p:cNvPr id="21" name="صورة 14">
            <a:extLst>
              <a:ext uri="{FF2B5EF4-FFF2-40B4-BE49-F238E27FC236}">
                <a16:creationId xmlns:a16="http://schemas.microsoft.com/office/drawing/2014/main" id="{9B17F769-2493-68CD-443B-F017F163BF04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46"/>
          <a:stretch>
            <a:fillRect/>
          </a:stretch>
        </p:blipFill>
        <p:spPr>
          <a:xfrm>
            <a:off x="1931542" y="3243965"/>
            <a:ext cx="1674307" cy="1308651"/>
          </a:xfrm>
          <a:prstGeom prst="rect">
            <a:avLst/>
          </a:prstGeom>
        </p:spPr>
      </p:pic>
      <p:pic>
        <p:nvPicPr>
          <p:cNvPr id="22" name="صورة 4">
            <a:extLst>
              <a:ext uri="{FF2B5EF4-FFF2-40B4-BE49-F238E27FC236}">
                <a16:creationId xmlns:a16="http://schemas.microsoft.com/office/drawing/2014/main" id="{E5A443DC-5D54-5059-B731-71E2AB1CE83E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99809" y="1539971"/>
            <a:ext cx="1635626" cy="1210771"/>
          </a:xfrm>
          <a:prstGeom prst="rect">
            <a:avLst/>
          </a:prstGeom>
        </p:spPr>
      </p:pic>
      <p:pic>
        <p:nvPicPr>
          <p:cNvPr id="23" name="صورة 4">
            <a:extLst>
              <a:ext uri="{FF2B5EF4-FFF2-40B4-BE49-F238E27FC236}">
                <a16:creationId xmlns:a16="http://schemas.microsoft.com/office/drawing/2014/main" id="{B2B7635F-A5AE-05CC-D6DA-898FE1426615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593"/>
          <a:stretch>
            <a:fillRect/>
          </a:stretch>
        </p:blipFill>
        <p:spPr>
          <a:xfrm>
            <a:off x="5717796" y="3302249"/>
            <a:ext cx="1663140" cy="1294925"/>
          </a:xfrm>
          <a:prstGeom prst="rect">
            <a:avLst/>
          </a:prstGeom>
        </p:spPr>
      </p:pic>
      <p:pic>
        <p:nvPicPr>
          <p:cNvPr id="26" name="صورة 13">
            <a:extLst>
              <a:ext uri="{FF2B5EF4-FFF2-40B4-BE49-F238E27FC236}">
                <a16:creationId xmlns:a16="http://schemas.microsoft.com/office/drawing/2014/main" id="{A96EC8FB-C837-D898-5594-34E6004DAF5D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3949" y="1525561"/>
            <a:ext cx="1536152" cy="1209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8143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F86F6-C5E4-E2D1-C25A-138A0059C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CA91280E-25EE-3826-75AA-AA28607DFB67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F2AA7D61-2266-4C49-72B0-0F4328C25980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ACA0A707-54E1-4596-4280-D4F2492725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D1BFE169-45CA-83FD-ADCF-6958BA5D0CC0}"/>
              </a:ext>
            </a:extLst>
          </p:cNvPr>
          <p:cNvGrpSpPr/>
          <p:nvPr/>
        </p:nvGrpSpPr>
        <p:grpSpPr>
          <a:xfrm>
            <a:off x="0" y="6658993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C42DF0EA-277E-E2C0-8856-EC865E65711E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2F85195E-262C-39AA-C354-1D54BE26C694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D646A472-4537-F096-1DA0-51D471EBE740}"/>
              </a:ext>
            </a:extLst>
          </p:cNvPr>
          <p:cNvSpPr txBox="1"/>
          <p:nvPr/>
        </p:nvSpPr>
        <p:spPr>
          <a:xfrm>
            <a:off x="9531024" y="6253460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505B9AF5-84A0-AD87-F443-39A6CB8BA24D}"/>
              </a:ext>
            </a:extLst>
          </p:cNvPr>
          <p:cNvSpPr/>
          <p:nvPr/>
        </p:nvSpPr>
        <p:spPr>
          <a:xfrm>
            <a:off x="7530169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E5F59961-09A2-CB70-A940-C0C559B1E5DE}"/>
              </a:ext>
            </a:extLst>
          </p:cNvPr>
          <p:cNvSpPr txBox="1"/>
          <p:nvPr/>
        </p:nvSpPr>
        <p:spPr>
          <a:xfrm>
            <a:off x="7342230" y="28241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C86C83E1-FFC3-455B-AED5-9E72FF4050D4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CBDE7EA0-55FE-6F4D-F962-B965134F8502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AE9C4D2A-BB49-937F-1EE6-5B2E332290FB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7F16F724-96B6-49E9-217A-9E1BA75424CE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D7A0B1C9-A805-DCD6-B0F3-BF2CEDE5062F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7" name="Google Shape;372;p23">
            <a:extLst>
              <a:ext uri="{FF2B5EF4-FFF2-40B4-BE49-F238E27FC236}">
                <a16:creationId xmlns:a16="http://schemas.microsoft.com/office/drawing/2014/main" id="{2F5C97AD-3AC7-C891-6987-0D90B2684EB6}"/>
              </a:ext>
            </a:extLst>
          </p:cNvPr>
          <p:cNvSpPr/>
          <p:nvPr/>
        </p:nvSpPr>
        <p:spPr>
          <a:xfrm>
            <a:off x="6086992" y="646423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A80E8CD9-B80A-CF6C-D630-812F804AE110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B131651C-6FB6-68F7-4336-AD28D165FDE1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5D11AFBF-442D-DC3C-D98E-512B7449FE79}"/>
              </a:ext>
            </a:extLst>
          </p:cNvPr>
          <p:cNvSpPr/>
          <p:nvPr/>
        </p:nvSpPr>
        <p:spPr>
          <a:xfrm>
            <a:off x="3784099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372;p23">
            <a:extLst>
              <a:ext uri="{FF2B5EF4-FFF2-40B4-BE49-F238E27FC236}">
                <a16:creationId xmlns:a16="http://schemas.microsoft.com/office/drawing/2014/main" id="{42510884-7B29-5E61-7C79-232AB58299BD}"/>
              </a:ext>
            </a:extLst>
          </p:cNvPr>
          <p:cNvSpPr/>
          <p:nvPr/>
        </p:nvSpPr>
        <p:spPr>
          <a:xfrm>
            <a:off x="4199473" y="642998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B077BBA9-850C-AEFF-D6AA-A7E0E4247B04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2A6A6289-51C0-4BB2-B568-360B48929AB1}"/>
              </a:ext>
            </a:extLst>
          </p:cNvPr>
          <p:cNvSpPr/>
          <p:nvPr/>
        </p:nvSpPr>
        <p:spPr>
          <a:xfrm>
            <a:off x="1915930" y="470604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372;p23">
            <a:extLst>
              <a:ext uri="{FF2B5EF4-FFF2-40B4-BE49-F238E27FC236}">
                <a16:creationId xmlns:a16="http://schemas.microsoft.com/office/drawing/2014/main" id="{8698864E-C946-3744-338C-062113920BB6}"/>
              </a:ext>
            </a:extLst>
          </p:cNvPr>
          <p:cNvSpPr/>
          <p:nvPr/>
        </p:nvSpPr>
        <p:spPr>
          <a:xfrm>
            <a:off x="2321871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3" name="Google Shape;372;p23">
            <a:extLst>
              <a:ext uri="{FF2B5EF4-FFF2-40B4-BE49-F238E27FC236}">
                <a16:creationId xmlns:a16="http://schemas.microsoft.com/office/drawing/2014/main" id="{49359640-49E8-A1AA-1BA3-E0A87DAA9BE5}"/>
              </a:ext>
            </a:extLst>
          </p:cNvPr>
          <p:cNvSpPr/>
          <p:nvPr/>
        </p:nvSpPr>
        <p:spPr>
          <a:xfrm>
            <a:off x="367417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E9A1714C-15F8-72BD-86EC-3DD172D1611D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D35A6AC7-273F-5F4D-D436-ECFB6E586C9C}"/>
              </a:ext>
            </a:extLst>
          </p:cNvPr>
          <p:cNvSpPr/>
          <p:nvPr/>
        </p:nvSpPr>
        <p:spPr>
          <a:xfrm>
            <a:off x="57266" y="470990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930D019E-1B68-647B-A787-A070FD1FDC77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7BFFA373-7B3E-65FA-1A6B-88D8ADFDB460}"/>
              </a:ext>
            </a:extLst>
          </p:cNvPr>
          <p:cNvSpPr txBox="1"/>
          <p:nvPr/>
        </p:nvSpPr>
        <p:spPr>
          <a:xfrm>
            <a:off x="-58762" y="4674932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5D050B6E-8531-DA04-6C7C-9FF1B10125D0}"/>
              </a:ext>
            </a:extLst>
          </p:cNvPr>
          <p:cNvSpPr txBox="1"/>
          <p:nvPr/>
        </p:nvSpPr>
        <p:spPr>
          <a:xfrm>
            <a:off x="1756984" y="466313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A2783C47-D23A-1D67-46FE-577BCAABD228}"/>
              </a:ext>
            </a:extLst>
          </p:cNvPr>
          <p:cNvSpPr txBox="1"/>
          <p:nvPr/>
        </p:nvSpPr>
        <p:spPr>
          <a:xfrm>
            <a:off x="3658699" y="46537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415D4291-3D75-D0D8-0553-DD227D620B92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4" name="Google Shape;76;p10">
            <a:extLst>
              <a:ext uri="{FF2B5EF4-FFF2-40B4-BE49-F238E27FC236}">
                <a16:creationId xmlns:a16="http://schemas.microsoft.com/office/drawing/2014/main" id="{2CBF1EB3-0B27-982D-C735-CB73E8889D2B}"/>
              </a:ext>
            </a:extLst>
          </p:cNvPr>
          <p:cNvSpPr txBox="1"/>
          <p:nvPr/>
        </p:nvSpPr>
        <p:spPr>
          <a:xfrm>
            <a:off x="7366681" y="463167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E78C5624-C1CA-5DF3-FA35-D90C50BE2B87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4963EF62-FD81-AE89-2A2C-79B3B809480D}"/>
              </a:ext>
            </a:extLst>
          </p:cNvPr>
          <p:cNvSpPr txBox="1"/>
          <p:nvPr/>
        </p:nvSpPr>
        <p:spPr>
          <a:xfrm>
            <a:off x="-135470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7" name="Google Shape;76;p10">
            <a:extLst>
              <a:ext uri="{FF2B5EF4-FFF2-40B4-BE49-F238E27FC236}">
                <a16:creationId xmlns:a16="http://schemas.microsoft.com/office/drawing/2014/main" id="{077091AA-4EDB-DCEA-263C-62EADADAB5E8}"/>
              </a:ext>
            </a:extLst>
          </p:cNvPr>
          <p:cNvSpPr txBox="1"/>
          <p:nvPr/>
        </p:nvSpPr>
        <p:spPr>
          <a:xfrm>
            <a:off x="5967625" y="643019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8" name="Google Shape;76;p10">
            <a:extLst>
              <a:ext uri="{FF2B5EF4-FFF2-40B4-BE49-F238E27FC236}">
                <a16:creationId xmlns:a16="http://schemas.microsoft.com/office/drawing/2014/main" id="{85CE007B-B8BC-91ED-1599-C55F02A5C16A}"/>
              </a:ext>
            </a:extLst>
          </p:cNvPr>
          <p:cNvSpPr txBox="1"/>
          <p:nvPr/>
        </p:nvSpPr>
        <p:spPr>
          <a:xfrm>
            <a:off x="3993435" y="640898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9" name="Google Shape;76;p10">
            <a:extLst>
              <a:ext uri="{FF2B5EF4-FFF2-40B4-BE49-F238E27FC236}">
                <a16:creationId xmlns:a16="http://schemas.microsoft.com/office/drawing/2014/main" id="{C158E82F-CDA1-74DF-6D72-E23A0FB9F88E}"/>
              </a:ext>
            </a:extLst>
          </p:cNvPr>
          <p:cNvSpPr txBox="1"/>
          <p:nvPr/>
        </p:nvSpPr>
        <p:spPr>
          <a:xfrm>
            <a:off x="2164894" y="641995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0" name="Google Shape;76;p10">
            <a:extLst>
              <a:ext uri="{FF2B5EF4-FFF2-40B4-BE49-F238E27FC236}">
                <a16:creationId xmlns:a16="http://schemas.microsoft.com/office/drawing/2014/main" id="{5D3E9B52-A10A-15C7-3302-27D4C2AE08B2}"/>
              </a:ext>
            </a:extLst>
          </p:cNvPr>
          <p:cNvSpPr txBox="1"/>
          <p:nvPr/>
        </p:nvSpPr>
        <p:spPr>
          <a:xfrm>
            <a:off x="190704" y="6428881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24" name="صورة 23">
            <a:extLst>
              <a:ext uri="{FF2B5EF4-FFF2-40B4-BE49-F238E27FC236}">
                <a16:creationId xmlns:a16="http://schemas.microsoft.com/office/drawing/2014/main" id="{291E190A-EC57-3508-895D-D83BB28C48B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1112" y="5036956"/>
            <a:ext cx="1640288" cy="1232138"/>
          </a:xfrm>
          <a:prstGeom prst="rect">
            <a:avLst/>
          </a:prstGeom>
        </p:spPr>
      </p:pic>
      <p:pic>
        <p:nvPicPr>
          <p:cNvPr id="26" name="صورة 25">
            <a:extLst>
              <a:ext uri="{FF2B5EF4-FFF2-40B4-BE49-F238E27FC236}">
                <a16:creationId xmlns:a16="http://schemas.microsoft.com/office/drawing/2014/main" id="{AA5D9684-9DB0-6829-AB5E-04B263F9EF9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34063" y="5036956"/>
            <a:ext cx="1644922" cy="1243935"/>
          </a:xfrm>
          <a:prstGeom prst="rect">
            <a:avLst/>
          </a:prstGeom>
        </p:spPr>
      </p:pic>
      <p:pic>
        <p:nvPicPr>
          <p:cNvPr id="28" name="صورة 27">
            <a:extLst>
              <a:ext uri="{FF2B5EF4-FFF2-40B4-BE49-F238E27FC236}">
                <a16:creationId xmlns:a16="http://schemas.microsoft.com/office/drawing/2014/main" id="{C404B24B-95CC-8ADA-E4F4-6955FB77B94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199474" y="5036957"/>
            <a:ext cx="1657113" cy="1232137"/>
          </a:xfrm>
          <a:prstGeom prst="rect">
            <a:avLst/>
          </a:prstGeom>
        </p:spPr>
      </p:pic>
      <p:sp>
        <p:nvSpPr>
          <p:cNvPr id="10" name="Google Shape;79;p10">
            <a:extLst>
              <a:ext uri="{FF2B5EF4-FFF2-40B4-BE49-F238E27FC236}">
                <a16:creationId xmlns:a16="http://schemas.microsoft.com/office/drawing/2014/main" id="{3FBA7163-E709-ADA8-7119-F54087A901CD}"/>
              </a:ext>
            </a:extLst>
          </p:cNvPr>
          <p:cNvSpPr txBox="1"/>
          <p:nvPr/>
        </p:nvSpPr>
        <p:spPr>
          <a:xfrm>
            <a:off x="3417970" y="850502"/>
            <a:ext cx="4956395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(ابتدائية  تحفيظ العارضة  للقرآن الكريم بنات 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CCFBF843-7DCD-D23B-89CC-DFB8F599E3AF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13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FD9C8059-9EB4-6B2C-8CF6-BF02F358834D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sp>
        <p:nvSpPr>
          <p:cNvPr id="14" name="Google Shape;75;p10">
            <a:extLst>
              <a:ext uri="{FF2B5EF4-FFF2-40B4-BE49-F238E27FC236}">
                <a16:creationId xmlns:a16="http://schemas.microsoft.com/office/drawing/2014/main" id="{C21FC71C-7D2B-FA11-16C3-BA18CBCE3952}"/>
              </a:ext>
            </a:extLst>
          </p:cNvPr>
          <p:cNvSpPr txBox="1"/>
          <p:nvPr/>
        </p:nvSpPr>
        <p:spPr>
          <a:xfrm>
            <a:off x="3146590" y="456265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5" name="Google Shape;132;p1">
            <a:extLst>
              <a:ext uri="{FF2B5EF4-FFF2-40B4-BE49-F238E27FC236}">
                <a16:creationId xmlns:a16="http://schemas.microsoft.com/office/drawing/2014/main" id="{184B2CFA-BEA7-5A2C-28C6-90F362DDA764}"/>
              </a:ext>
            </a:extLst>
          </p:cNvPr>
          <p:cNvPicPr preferRelativeResize="0"/>
          <p:nvPr/>
        </p:nvPicPr>
        <p:blipFill rotWithShape="1"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شكل حر: شكل 30">
            <a:extLst>
              <a:ext uri="{FF2B5EF4-FFF2-40B4-BE49-F238E27FC236}">
                <a16:creationId xmlns:a16="http://schemas.microsoft.com/office/drawing/2014/main" id="{0F732C32-B954-68F5-108B-DC54C8C7D8C5}"/>
              </a:ext>
            </a:extLst>
          </p:cNvPr>
          <p:cNvSpPr/>
          <p:nvPr/>
        </p:nvSpPr>
        <p:spPr>
          <a:xfrm rot="2700000">
            <a:off x="9647363" y="692049"/>
            <a:ext cx="4753477" cy="4278591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noFill/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1" eaLnBrk="1" latinLnBrk="0" hangingPunct="1"/>
            <a:endParaRPr lang="ar-SA"/>
          </a:p>
        </p:txBody>
      </p:sp>
      <p:sp>
        <p:nvSpPr>
          <p:cNvPr id="18" name="Google Shape;75;p10">
            <a:extLst>
              <a:ext uri="{FF2B5EF4-FFF2-40B4-BE49-F238E27FC236}">
                <a16:creationId xmlns:a16="http://schemas.microsoft.com/office/drawing/2014/main" id="{9433150F-CB84-63B5-D92D-E564D65636E5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9" name="Google Shape;76;p10">
            <a:extLst>
              <a:ext uri="{FF2B5EF4-FFF2-40B4-BE49-F238E27FC236}">
                <a16:creationId xmlns:a16="http://schemas.microsoft.com/office/drawing/2014/main" id="{FCF31BA5-2338-968F-0E87-7F49466D3450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1" name="صورة 25">
            <a:extLst>
              <a:ext uri="{FF2B5EF4-FFF2-40B4-BE49-F238E27FC236}">
                <a16:creationId xmlns:a16="http://schemas.microsoft.com/office/drawing/2014/main" id="{8293D867-6449-B052-2573-4C1E457FA800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962" b="-866"/>
          <a:stretch>
            <a:fillRect/>
          </a:stretch>
        </p:blipFill>
        <p:spPr>
          <a:xfrm>
            <a:off x="6041342" y="5030232"/>
            <a:ext cx="1702763" cy="1250659"/>
          </a:xfrm>
          <a:prstGeom prst="rect">
            <a:avLst/>
          </a:prstGeom>
        </p:spPr>
      </p:pic>
      <p:pic>
        <p:nvPicPr>
          <p:cNvPr id="3" name="صورة 22">
            <a:extLst>
              <a:ext uri="{FF2B5EF4-FFF2-40B4-BE49-F238E27FC236}">
                <a16:creationId xmlns:a16="http://schemas.microsoft.com/office/drawing/2014/main" id="{FD52EE54-2AA7-8579-0413-3A56471FF4AB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37040" y="3309003"/>
            <a:ext cx="1636004" cy="1198560"/>
          </a:xfrm>
          <a:prstGeom prst="rect">
            <a:avLst/>
          </a:prstGeom>
        </p:spPr>
      </p:pic>
      <p:pic>
        <p:nvPicPr>
          <p:cNvPr id="5" name="صورة 22">
            <a:extLst>
              <a:ext uri="{FF2B5EF4-FFF2-40B4-BE49-F238E27FC236}">
                <a16:creationId xmlns:a16="http://schemas.microsoft.com/office/drawing/2014/main" id="{818628E9-4AAF-B3D5-7B8F-522062A27920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810" y="3326283"/>
            <a:ext cx="1649570" cy="1207055"/>
          </a:xfrm>
          <a:prstGeom prst="rect">
            <a:avLst/>
          </a:prstGeom>
        </p:spPr>
      </p:pic>
      <p:pic>
        <p:nvPicPr>
          <p:cNvPr id="6" name="صورة 4">
            <a:extLst>
              <a:ext uri="{FF2B5EF4-FFF2-40B4-BE49-F238E27FC236}">
                <a16:creationId xmlns:a16="http://schemas.microsoft.com/office/drawing/2014/main" id="{86956810-8809-F489-CDB1-CA9F7993D439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07788" y="1608067"/>
            <a:ext cx="1633425" cy="1206568"/>
          </a:xfrm>
          <a:prstGeom prst="rect">
            <a:avLst/>
          </a:prstGeom>
        </p:spPr>
      </p:pic>
      <p:pic>
        <p:nvPicPr>
          <p:cNvPr id="7" name="صورة 4">
            <a:extLst>
              <a:ext uri="{FF2B5EF4-FFF2-40B4-BE49-F238E27FC236}">
                <a16:creationId xmlns:a16="http://schemas.microsoft.com/office/drawing/2014/main" id="{F6A0A198-7DC0-9A2B-D7B7-8EAA1DD05D26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22041" y="1613320"/>
            <a:ext cx="1611208" cy="1151280"/>
          </a:xfrm>
          <a:prstGeom prst="rect">
            <a:avLst/>
          </a:prstGeom>
        </p:spPr>
      </p:pic>
      <p:pic>
        <p:nvPicPr>
          <p:cNvPr id="12" name="صورة 4">
            <a:extLst>
              <a:ext uri="{FF2B5EF4-FFF2-40B4-BE49-F238E27FC236}">
                <a16:creationId xmlns:a16="http://schemas.microsoft.com/office/drawing/2014/main" id="{97DB59EF-6E5C-C766-B29C-49579D62C8B7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90542" y="1608066"/>
            <a:ext cx="1651688" cy="1172792"/>
          </a:xfrm>
          <a:prstGeom prst="rect">
            <a:avLst/>
          </a:prstGeom>
        </p:spPr>
      </p:pic>
      <p:pic>
        <p:nvPicPr>
          <p:cNvPr id="16" name="صورة 4">
            <a:extLst>
              <a:ext uri="{FF2B5EF4-FFF2-40B4-BE49-F238E27FC236}">
                <a16:creationId xmlns:a16="http://schemas.microsoft.com/office/drawing/2014/main" id="{1EEAC1A1-4FA2-E5CC-C271-FDC52680B650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784098" y="3308272"/>
            <a:ext cx="1657115" cy="1232171"/>
          </a:xfrm>
          <a:prstGeom prst="rect">
            <a:avLst/>
          </a:prstGeom>
        </p:spPr>
      </p:pic>
      <p:pic>
        <p:nvPicPr>
          <p:cNvPr id="21" name="صورة 31">
            <a:extLst>
              <a:ext uri="{FF2B5EF4-FFF2-40B4-BE49-F238E27FC236}">
                <a16:creationId xmlns:a16="http://schemas.microsoft.com/office/drawing/2014/main" id="{5F0551E3-8654-63ED-445E-3A06629FD893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70197" y="3310860"/>
            <a:ext cx="1672033" cy="1235743"/>
          </a:xfrm>
          <a:prstGeom prst="rect">
            <a:avLst/>
          </a:prstGeom>
        </p:spPr>
      </p:pic>
      <p:pic>
        <p:nvPicPr>
          <p:cNvPr id="22" name="صورة 32">
            <a:extLst>
              <a:ext uri="{FF2B5EF4-FFF2-40B4-BE49-F238E27FC236}">
                <a16:creationId xmlns:a16="http://schemas.microsoft.com/office/drawing/2014/main" id="{4F37AA07-51B5-59B3-5464-CB3272DAE440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30169" y="3321022"/>
            <a:ext cx="1678092" cy="1230823"/>
          </a:xfrm>
          <a:prstGeom prst="rect">
            <a:avLst/>
          </a:prstGeom>
        </p:spPr>
      </p:pic>
      <p:pic>
        <p:nvPicPr>
          <p:cNvPr id="23" name="صورة 32">
            <a:extLst>
              <a:ext uri="{FF2B5EF4-FFF2-40B4-BE49-F238E27FC236}">
                <a16:creationId xmlns:a16="http://schemas.microsoft.com/office/drawing/2014/main" id="{8FF96BFD-AA74-1F9A-0940-D0DC93A2C8D0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477" y="1594047"/>
            <a:ext cx="1655918" cy="1200821"/>
          </a:xfrm>
          <a:prstGeom prst="rect">
            <a:avLst/>
          </a:prstGeom>
        </p:spPr>
      </p:pic>
      <p:pic>
        <p:nvPicPr>
          <p:cNvPr id="32" name="صورة 4">
            <a:extLst>
              <a:ext uri="{FF2B5EF4-FFF2-40B4-BE49-F238E27FC236}">
                <a16:creationId xmlns:a16="http://schemas.microsoft.com/office/drawing/2014/main" id="{3E7B4D63-FF7F-550F-AE7E-52081313C775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98342" y="1608066"/>
            <a:ext cx="1651688" cy="122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049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E4158-C41A-B020-83DB-FB1DE75DD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07A8A21C-6188-27C8-DB09-AF135E9BCBC5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25F7A15A-CBA9-0583-E77D-B9ACCEEA43B3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BD7122D7-7C9D-488D-03AE-0D9DA12D45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35999C07-5A24-D147-A434-CE1358EF31D0}"/>
              </a:ext>
            </a:extLst>
          </p:cNvPr>
          <p:cNvGrpSpPr/>
          <p:nvPr/>
        </p:nvGrpSpPr>
        <p:grpSpPr>
          <a:xfrm>
            <a:off x="0" y="6658993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A4DBD6EB-5BC5-7B45-9B9D-E7E269A7096B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23B56FCD-9F1F-6B4F-E556-5CB28C527711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8D9E68BD-C24B-0817-4D80-E91D95F4D446}"/>
              </a:ext>
            </a:extLst>
          </p:cNvPr>
          <p:cNvSpPr txBox="1"/>
          <p:nvPr/>
        </p:nvSpPr>
        <p:spPr>
          <a:xfrm>
            <a:off x="9531024" y="6253460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89F3A657-30D1-067B-A68A-3C37A324CB87}"/>
              </a:ext>
            </a:extLst>
          </p:cNvPr>
          <p:cNvSpPr/>
          <p:nvPr/>
        </p:nvSpPr>
        <p:spPr>
          <a:xfrm>
            <a:off x="7530169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D4BFBE2F-0313-A6DF-1A01-94D2D59A14A8}"/>
              </a:ext>
            </a:extLst>
          </p:cNvPr>
          <p:cNvSpPr txBox="1"/>
          <p:nvPr/>
        </p:nvSpPr>
        <p:spPr>
          <a:xfrm>
            <a:off x="7342230" y="28241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4315B08B-8698-78AA-8D16-C79CC9804C05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89F729DD-C730-FABD-7ACF-C10E69CFE35C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102663CA-49E8-7BCC-C11C-3EEA97A0A363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09B5A568-268B-2AF1-B0BA-B963A1E9A3F6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52B69DF3-F4C0-BD3D-DDFC-94AF584B964D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7" name="Google Shape;372;p23">
            <a:extLst>
              <a:ext uri="{FF2B5EF4-FFF2-40B4-BE49-F238E27FC236}">
                <a16:creationId xmlns:a16="http://schemas.microsoft.com/office/drawing/2014/main" id="{987D778F-943A-91D3-0C5A-E190A9707A11}"/>
              </a:ext>
            </a:extLst>
          </p:cNvPr>
          <p:cNvSpPr/>
          <p:nvPr/>
        </p:nvSpPr>
        <p:spPr>
          <a:xfrm>
            <a:off x="6086992" y="646423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F2D4FEA4-E894-6EA7-69C9-A274F039DB9A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AD9E3AC7-B387-5D03-90AC-523BB8123059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8ED29FE4-B982-D2BE-B81C-783352ED0846}"/>
              </a:ext>
            </a:extLst>
          </p:cNvPr>
          <p:cNvSpPr/>
          <p:nvPr/>
        </p:nvSpPr>
        <p:spPr>
          <a:xfrm>
            <a:off x="3784099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372;p23">
            <a:extLst>
              <a:ext uri="{FF2B5EF4-FFF2-40B4-BE49-F238E27FC236}">
                <a16:creationId xmlns:a16="http://schemas.microsoft.com/office/drawing/2014/main" id="{F849A012-AACA-6D57-32CF-1B0963C02E1A}"/>
              </a:ext>
            </a:extLst>
          </p:cNvPr>
          <p:cNvSpPr/>
          <p:nvPr/>
        </p:nvSpPr>
        <p:spPr>
          <a:xfrm>
            <a:off x="4199473" y="642998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EBD0F630-FC15-B27C-E578-F62B7D0F53EF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B26D3AD7-BC0E-A87C-0F40-BA5BA4143C31}"/>
              </a:ext>
            </a:extLst>
          </p:cNvPr>
          <p:cNvSpPr/>
          <p:nvPr/>
        </p:nvSpPr>
        <p:spPr>
          <a:xfrm>
            <a:off x="1915930" y="470604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372;p23">
            <a:extLst>
              <a:ext uri="{FF2B5EF4-FFF2-40B4-BE49-F238E27FC236}">
                <a16:creationId xmlns:a16="http://schemas.microsoft.com/office/drawing/2014/main" id="{45B3362B-C028-FE15-67FE-55C09016C41D}"/>
              </a:ext>
            </a:extLst>
          </p:cNvPr>
          <p:cNvSpPr/>
          <p:nvPr/>
        </p:nvSpPr>
        <p:spPr>
          <a:xfrm>
            <a:off x="2321871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3" name="Google Shape;372;p23">
            <a:extLst>
              <a:ext uri="{FF2B5EF4-FFF2-40B4-BE49-F238E27FC236}">
                <a16:creationId xmlns:a16="http://schemas.microsoft.com/office/drawing/2014/main" id="{0C4E4318-197E-1183-6A67-8A4A236A3689}"/>
              </a:ext>
            </a:extLst>
          </p:cNvPr>
          <p:cNvSpPr/>
          <p:nvPr/>
        </p:nvSpPr>
        <p:spPr>
          <a:xfrm>
            <a:off x="367417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624C6E11-E325-C63A-8E56-65333761A6C1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28313E08-A916-DFB6-DB18-941C1FDD97B0}"/>
              </a:ext>
            </a:extLst>
          </p:cNvPr>
          <p:cNvSpPr/>
          <p:nvPr/>
        </p:nvSpPr>
        <p:spPr>
          <a:xfrm>
            <a:off x="57266" y="470990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E7317A72-D487-4C6F-C30B-46EFE1CF82C0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D3998E24-8D53-1137-168D-7F7489395D39}"/>
              </a:ext>
            </a:extLst>
          </p:cNvPr>
          <p:cNvSpPr txBox="1"/>
          <p:nvPr/>
        </p:nvSpPr>
        <p:spPr>
          <a:xfrm>
            <a:off x="-58762" y="4674932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DB6EDE7B-DBBC-92C6-5E08-4695E3A905F9}"/>
              </a:ext>
            </a:extLst>
          </p:cNvPr>
          <p:cNvSpPr txBox="1"/>
          <p:nvPr/>
        </p:nvSpPr>
        <p:spPr>
          <a:xfrm>
            <a:off x="1756984" y="466313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C4CDC4A1-7822-1E9B-34ED-39D1A11CCE66}"/>
              </a:ext>
            </a:extLst>
          </p:cNvPr>
          <p:cNvSpPr txBox="1"/>
          <p:nvPr/>
        </p:nvSpPr>
        <p:spPr>
          <a:xfrm>
            <a:off x="3658699" y="46537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22B5873B-D328-FC2B-0946-38CC656E64F2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4" name="Google Shape;76;p10">
            <a:extLst>
              <a:ext uri="{FF2B5EF4-FFF2-40B4-BE49-F238E27FC236}">
                <a16:creationId xmlns:a16="http://schemas.microsoft.com/office/drawing/2014/main" id="{6A9C6A71-DA09-7C49-A587-1E49F1DD8970}"/>
              </a:ext>
            </a:extLst>
          </p:cNvPr>
          <p:cNvSpPr txBox="1"/>
          <p:nvPr/>
        </p:nvSpPr>
        <p:spPr>
          <a:xfrm>
            <a:off x="7366681" y="463167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ABE07C25-A418-3587-B68A-B15BE93B67D8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970E68F1-78BC-6B76-D6CD-AD8754B7EBF5}"/>
              </a:ext>
            </a:extLst>
          </p:cNvPr>
          <p:cNvSpPr txBox="1"/>
          <p:nvPr/>
        </p:nvSpPr>
        <p:spPr>
          <a:xfrm>
            <a:off x="-135470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7" name="Google Shape;76;p10">
            <a:extLst>
              <a:ext uri="{FF2B5EF4-FFF2-40B4-BE49-F238E27FC236}">
                <a16:creationId xmlns:a16="http://schemas.microsoft.com/office/drawing/2014/main" id="{47112F70-0CC5-534D-6727-823C5526966C}"/>
              </a:ext>
            </a:extLst>
          </p:cNvPr>
          <p:cNvSpPr txBox="1"/>
          <p:nvPr/>
        </p:nvSpPr>
        <p:spPr>
          <a:xfrm>
            <a:off x="5967625" y="643019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8" name="Google Shape;76;p10">
            <a:extLst>
              <a:ext uri="{FF2B5EF4-FFF2-40B4-BE49-F238E27FC236}">
                <a16:creationId xmlns:a16="http://schemas.microsoft.com/office/drawing/2014/main" id="{5C871C41-0677-3893-DAE2-B17015330947}"/>
              </a:ext>
            </a:extLst>
          </p:cNvPr>
          <p:cNvSpPr txBox="1"/>
          <p:nvPr/>
        </p:nvSpPr>
        <p:spPr>
          <a:xfrm>
            <a:off x="3993435" y="640898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9" name="Google Shape;76;p10">
            <a:extLst>
              <a:ext uri="{FF2B5EF4-FFF2-40B4-BE49-F238E27FC236}">
                <a16:creationId xmlns:a16="http://schemas.microsoft.com/office/drawing/2014/main" id="{A42C4C23-2EA6-4C48-0065-ECEBD0BE46F7}"/>
              </a:ext>
            </a:extLst>
          </p:cNvPr>
          <p:cNvSpPr txBox="1"/>
          <p:nvPr/>
        </p:nvSpPr>
        <p:spPr>
          <a:xfrm>
            <a:off x="2164894" y="641995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0" name="Google Shape;76;p10">
            <a:extLst>
              <a:ext uri="{FF2B5EF4-FFF2-40B4-BE49-F238E27FC236}">
                <a16:creationId xmlns:a16="http://schemas.microsoft.com/office/drawing/2014/main" id="{795DC7CA-C008-BEA2-BCB1-151ED0AD9011}"/>
              </a:ext>
            </a:extLst>
          </p:cNvPr>
          <p:cNvSpPr txBox="1"/>
          <p:nvPr/>
        </p:nvSpPr>
        <p:spPr>
          <a:xfrm>
            <a:off x="190704" y="6428881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24" name="صورة 23">
            <a:extLst>
              <a:ext uri="{FF2B5EF4-FFF2-40B4-BE49-F238E27FC236}">
                <a16:creationId xmlns:a16="http://schemas.microsoft.com/office/drawing/2014/main" id="{5CA46AAE-922E-8E48-1000-363C023D0DF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96090" y="5066123"/>
            <a:ext cx="1631824" cy="1273397"/>
          </a:xfrm>
          <a:prstGeom prst="rect">
            <a:avLst/>
          </a:prstGeom>
        </p:spPr>
      </p:pic>
      <p:pic>
        <p:nvPicPr>
          <p:cNvPr id="26" name="صورة 25">
            <a:extLst>
              <a:ext uri="{FF2B5EF4-FFF2-40B4-BE49-F238E27FC236}">
                <a16:creationId xmlns:a16="http://schemas.microsoft.com/office/drawing/2014/main" id="{D0BEB673-5903-ABEB-59D9-79ADEDC76BA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421"/>
          <a:stretch>
            <a:fillRect/>
          </a:stretch>
        </p:blipFill>
        <p:spPr>
          <a:xfrm>
            <a:off x="4199473" y="5071829"/>
            <a:ext cx="1657115" cy="1276805"/>
          </a:xfrm>
          <a:prstGeom prst="rect">
            <a:avLst/>
          </a:prstGeom>
        </p:spPr>
      </p:pic>
      <p:pic>
        <p:nvPicPr>
          <p:cNvPr id="28" name="صورة 27">
            <a:extLst>
              <a:ext uri="{FF2B5EF4-FFF2-40B4-BE49-F238E27FC236}">
                <a16:creationId xmlns:a16="http://schemas.microsoft.com/office/drawing/2014/main" id="{F69C2A8C-73AA-0D33-795A-1B792ADD0B05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207"/>
          <a:stretch>
            <a:fillRect/>
          </a:stretch>
        </p:blipFill>
        <p:spPr>
          <a:xfrm>
            <a:off x="6054660" y="5077347"/>
            <a:ext cx="1631824" cy="1276805"/>
          </a:xfrm>
          <a:prstGeom prst="rect">
            <a:avLst/>
          </a:prstGeom>
        </p:spPr>
      </p:pic>
      <p:sp>
        <p:nvSpPr>
          <p:cNvPr id="10" name="Google Shape;79;p10">
            <a:extLst>
              <a:ext uri="{FF2B5EF4-FFF2-40B4-BE49-F238E27FC236}">
                <a16:creationId xmlns:a16="http://schemas.microsoft.com/office/drawing/2014/main" id="{01DB3F92-205F-C669-5BEC-E3FDEBD0B331}"/>
              </a:ext>
            </a:extLst>
          </p:cNvPr>
          <p:cNvSpPr txBox="1"/>
          <p:nvPr/>
        </p:nvSpPr>
        <p:spPr>
          <a:xfrm>
            <a:off x="3417970" y="850502"/>
            <a:ext cx="4956395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 المتوسطة الثانية بنات مستأجر 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24FDEFCD-6133-B51D-C370-E04165AA41D1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13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796D3552-D255-E8D8-1B32-9296991611C4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sp>
        <p:nvSpPr>
          <p:cNvPr id="14" name="Google Shape;75;p10">
            <a:extLst>
              <a:ext uri="{FF2B5EF4-FFF2-40B4-BE49-F238E27FC236}">
                <a16:creationId xmlns:a16="http://schemas.microsoft.com/office/drawing/2014/main" id="{34DE4515-3D7A-B448-188B-0B7D17DF03E0}"/>
              </a:ext>
            </a:extLst>
          </p:cNvPr>
          <p:cNvSpPr txBox="1"/>
          <p:nvPr/>
        </p:nvSpPr>
        <p:spPr>
          <a:xfrm>
            <a:off x="3146590" y="456265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5" name="Google Shape;132;p1">
            <a:extLst>
              <a:ext uri="{FF2B5EF4-FFF2-40B4-BE49-F238E27FC236}">
                <a16:creationId xmlns:a16="http://schemas.microsoft.com/office/drawing/2014/main" id="{94B2EACC-714C-5F37-F95F-BEE2F88FC708}"/>
              </a:ext>
            </a:extLst>
          </p:cNvPr>
          <p:cNvPicPr preferRelativeResize="0"/>
          <p:nvPr/>
        </p:nvPicPr>
        <p:blipFill rotWithShape="1"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شكل حر: شكل 30">
            <a:extLst>
              <a:ext uri="{FF2B5EF4-FFF2-40B4-BE49-F238E27FC236}">
                <a16:creationId xmlns:a16="http://schemas.microsoft.com/office/drawing/2014/main" id="{9115BA20-5BC8-4136-6ED2-1476937FEC69}"/>
              </a:ext>
            </a:extLst>
          </p:cNvPr>
          <p:cNvSpPr/>
          <p:nvPr/>
        </p:nvSpPr>
        <p:spPr>
          <a:xfrm rot="2700000">
            <a:off x="9647363" y="692049"/>
            <a:ext cx="4753477" cy="4278591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blipFill dpi="0" rotWithShape="0"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1" eaLnBrk="1" latinLnBrk="0" hangingPunct="1"/>
            <a:endParaRPr lang="ar-SA"/>
          </a:p>
        </p:txBody>
      </p:sp>
      <p:sp>
        <p:nvSpPr>
          <p:cNvPr id="17" name="Google Shape;75;p10">
            <a:extLst>
              <a:ext uri="{FF2B5EF4-FFF2-40B4-BE49-F238E27FC236}">
                <a16:creationId xmlns:a16="http://schemas.microsoft.com/office/drawing/2014/main" id="{745635EF-64E1-7AEB-7E31-C0EC65CE4389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8" name="Google Shape;76;p10">
            <a:extLst>
              <a:ext uri="{FF2B5EF4-FFF2-40B4-BE49-F238E27FC236}">
                <a16:creationId xmlns:a16="http://schemas.microsoft.com/office/drawing/2014/main" id="{65EE27B5-80DE-57DC-B940-67A774B013AD}"/>
              </a:ext>
            </a:extLst>
          </p:cNvPr>
          <p:cNvSpPr txBox="1"/>
          <p:nvPr/>
        </p:nvSpPr>
        <p:spPr>
          <a:xfrm>
            <a:off x="4544974" y="1051019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40" name="صورة 27">
            <a:extLst>
              <a:ext uri="{FF2B5EF4-FFF2-40B4-BE49-F238E27FC236}">
                <a16:creationId xmlns:a16="http://schemas.microsoft.com/office/drawing/2014/main" id="{B179E8A3-A666-3C2D-8650-59E15CF10DAA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23"/>
          <a:stretch>
            <a:fillRect/>
          </a:stretch>
        </p:blipFill>
        <p:spPr>
          <a:xfrm>
            <a:off x="392708" y="5040312"/>
            <a:ext cx="1631824" cy="1299208"/>
          </a:xfrm>
          <a:prstGeom prst="rect">
            <a:avLst/>
          </a:prstGeom>
        </p:spPr>
      </p:pic>
      <p:pic>
        <p:nvPicPr>
          <p:cNvPr id="5" name="صورة 4">
            <a:extLst>
              <a:ext uri="{FF2B5EF4-FFF2-40B4-BE49-F238E27FC236}">
                <a16:creationId xmlns:a16="http://schemas.microsoft.com/office/drawing/2014/main" id="{72C6A7C2-BAFA-2335-7C6D-BD9B5912C604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63"/>
          <a:stretch>
            <a:fillRect/>
          </a:stretch>
        </p:blipFill>
        <p:spPr>
          <a:xfrm>
            <a:off x="3792598" y="3318512"/>
            <a:ext cx="1712821" cy="1274619"/>
          </a:xfrm>
          <a:prstGeom prst="rect">
            <a:avLst/>
          </a:prstGeom>
        </p:spPr>
      </p:pic>
      <p:pic>
        <p:nvPicPr>
          <p:cNvPr id="6" name="صورة 22">
            <a:extLst>
              <a:ext uri="{FF2B5EF4-FFF2-40B4-BE49-F238E27FC236}">
                <a16:creationId xmlns:a16="http://schemas.microsoft.com/office/drawing/2014/main" id="{F18ADDA2-B30B-64F9-3108-D67C1DF93A84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026" b="-196"/>
          <a:stretch>
            <a:fillRect/>
          </a:stretch>
        </p:blipFill>
        <p:spPr>
          <a:xfrm>
            <a:off x="1912069" y="3313119"/>
            <a:ext cx="1705831" cy="1270898"/>
          </a:xfrm>
          <a:prstGeom prst="rect">
            <a:avLst/>
          </a:prstGeom>
        </p:spPr>
      </p:pic>
      <p:pic>
        <p:nvPicPr>
          <p:cNvPr id="7" name="صورة 31">
            <a:extLst>
              <a:ext uri="{FF2B5EF4-FFF2-40B4-BE49-F238E27FC236}">
                <a16:creationId xmlns:a16="http://schemas.microsoft.com/office/drawing/2014/main" id="{33C6A064-47DF-83FE-A7EC-F18A4225414F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254" b="-2354"/>
          <a:stretch>
            <a:fillRect/>
          </a:stretch>
        </p:blipFill>
        <p:spPr>
          <a:xfrm>
            <a:off x="170836" y="1613459"/>
            <a:ext cx="1574562" cy="1181410"/>
          </a:xfrm>
          <a:prstGeom prst="rect">
            <a:avLst/>
          </a:prstGeom>
        </p:spPr>
      </p:pic>
      <p:pic>
        <p:nvPicPr>
          <p:cNvPr id="11" name="صورة 33">
            <a:extLst>
              <a:ext uri="{FF2B5EF4-FFF2-40B4-BE49-F238E27FC236}">
                <a16:creationId xmlns:a16="http://schemas.microsoft.com/office/drawing/2014/main" id="{B3695F7C-2F0F-569C-7D9B-78F735E7A68C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545"/>
          <a:stretch>
            <a:fillRect/>
          </a:stretch>
        </p:blipFill>
        <p:spPr>
          <a:xfrm>
            <a:off x="5647122" y="1625497"/>
            <a:ext cx="1680189" cy="1204539"/>
          </a:xfrm>
          <a:prstGeom prst="rect">
            <a:avLst/>
          </a:prstGeom>
        </p:spPr>
      </p:pic>
      <p:pic>
        <p:nvPicPr>
          <p:cNvPr id="12" name="صورة 4">
            <a:extLst>
              <a:ext uri="{FF2B5EF4-FFF2-40B4-BE49-F238E27FC236}">
                <a16:creationId xmlns:a16="http://schemas.microsoft.com/office/drawing/2014/main" id="{5BC83C7E-C5DF-2796-3DC0-D3D6A76055B6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59987" y="1627414"/>
            <a:ext cx="1627296" cy="1203274"/>
          </a:xfrm>
          <a:prstGeom prst="rect">
            <a:avLst/>
          </a:prstGeom>
        </p:spPr>
      </p:pic>
      <p:pic>
        <p:nvPicPr>
          <p:cNvPr id="16" name="صورة 32">
            <a:extLst>
              <a:ext uri="{FF2B5EF4-FFF2-40B4-BE49-F238E27FC236}">
                <a16:creationId xmlns:a16="http://schemas.microsoft.com/office/drawing/2014/main" id="{73B1E7BA-6FC5-C5B1-D1BF-51AEFC01443E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678"/>
          <a:stretch>
            <a:fillRect/>
          </a:stretch>
        </p:blipFill>
        <p:spPr>
          <a:xfrm>
            <a:off x="7542432" y="3315861"/>
            <a:ext cx="1644851" cy="1304003"/>
          </a:xfrm>
          <a:prstGeom prst="rect">
            <a:avLst/>
          </a:prstGeom>
        </p:spPr>
      </p:pic>
      <p:pic>
        <p:nvPicPr>
          <p:cNvPr id="19" name="صورة 22">
            <a:extLst>
              <a:ext uri="{FF2B5EF4-FFF2-40B4-BE49-F238E27FC236}">
                <a16:creationId xmlns:a16="http://schemas.microsoft.com/office/drawing/2014/main" id="{9A4BA07D-F0C9-5FB9-D4FA-911C48CBD4EF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035"/>
          <a:stretch>
            <a:fillRect/>
          </a:stretch>
        </p:blipFill>
        <p:spPr>
          <a:xfrm>
            <a:off x="120288" y="3288428"/>
            <a:ext cx="1611981" cy="1270897"/>
          </a:xfrm>
          <a:prstGeom prst="rect">
            <a:avLst/>
          </a:prstGeom>
        </p:spPr>
      </p:pic>
      <p:pic>
        <p:nvPicPr>
          <p:cNvPr id="23" name="صورة 33">
            <a:extLst>
              <a:ext uri="{FF2B5EF4-FFF2-40B4-BE49-F238E27FC236}">
                <a16:creationId xmlns:a16="http://schemas.microsoft.com/office/drawing/2014/main" id="{26DB1C9C-4C17-C35B-FEAE-3C195A653CA8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825"/>
          <a:stretch>
            <a:fillRect/>
          </a:stretch>
        </p:blipFill>
        <p:spPr>
          <a:xfrm>
            <a:off x="3819300" y="1613459"/>
            <a:ext cx="1607392" cy="1217229"/>
          </a:xfrm>
          <a:prstGeom prst="rect">
            <a:avLst/>
          </a:prstGeom>
        </p:spPr>
      </p:pic>
      <p:pic>
        <p:nvPicPr>
          <p:cNvPr id="32" name="صورة 33">
            <a:extLst>
              <a:ext uri="{FF2B5EF4-FFF2-40B4-BE49-F238E27FC236}">
                <a16:creationId xmlns:a16="http://schemas.microsoft.com/office/drawing/2014/main" id="{68E13FE5-DB60-8F10-54D7-0C72B07C7DF5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876"/>
          <a:stretch>
            <a:fillRect/>
          </a:stretch>
        </p:blipFill>
        <p:spPr>
          <a:xfrm>
            <a:off x="1898341" y="1625497"/>
            <a:ext cx="1684740" cy="1193721"/>
          </a:xfrm>
          <a:prstGeom prst="rect">
            <a:avLst/>
          </a:prstGeom>
        </p:spPr>
      </p:pic>
      <p:pic>
        <p:nvPicPr>
          <p:cNvPr id="34" name="صورة 4">
            <a:extLst>
              <a:ext uri="{FF2B5EF4-FFF2-40B4-BE49-F238E27FC236}">
                <a16:creationId xmlns:a16="http://schemas.microsoft.com/office/drawing/2014/main" id="{53F811A5-85A3-5AE7-23E5-AB790D37E97F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850"/>
          <a:stretch>
            <a:fillRect/>
          </a:stretch>
        </p:blipFill>
        <p:spPr>
          <a:xfrm>
            <a:off x="5685219" y="3313119"/>
            <a:ext cx="1657011" cy="128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648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2CC9C-DE03-0849-5BFB-CAFCB407D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9D3CED1A-4CB9-D01F-45C8-53FD7FA96948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78DFF422-F803-1141-B01A-1AD78034AD4D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2052653A-B893-9663-0B53-DA92BE7781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36BA406C-7574-962D-7843-34662CEC9A2C}"/>
              </a:ext>
            </a:extLst>
          </p:cNvPr>
          <p:cNvGrpSpPr/>
          <p:nvPr/>
        </p:nvGrpSpPr>
        <p:grpSpPr>
          <a:xfrm>
            <a:off x="0" y="6658993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C8863710-4D0D-FD7A-ADFA-99F3AFF1B3BE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6496B786-7BFD-8036-14C8-979BECD48D2B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9FD918BC-2ACD-B26A-42E1-90DF9D691D3F}"/>
              </a:ext>
            </a:extLst>
          </p:cNvPr>
          <p:cNvSpPr txBox="1"/>
          <p:nvPr/>
        </p:nvSpPr>
        <p:spPr>
          <a:xfrm>
            <a:off x="9531024" y="6253460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D473C587-26D5-2920-82ED-FA2A6D1DB9FD}"/>
              </a:ext>
            </a:extLst>
          </p:cNvPr>
          <p:cNvSpPr/>
          <p:nvPr/>
        </p:nvSpPr>
        <p:spPr>
          <a:xfrm>
            <a:off x="7530169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8B36403F-4AA8-3C1A-F058-48928CC02CDA}"/>
              </a:ext>
            </a:extLst>
          </p:cNvPr>
          <p:cNvSpPr txBox="1"/>
          <p:nvPr/>
        </p:nvSpPr>
        <p:spPr>
          <a:xfrm>
            <a:off x="7342230" y="28241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B9019FAC-EC90-F0C4-5CDB-835056A50BAC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E797C4B3-48AB-AA60-481C-6858933F0B29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D4EF1A27-6BFE-A31C-5780-A2CD5BF669B9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03A4F121-7A06-1F0C-7288-002F2C001D45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6AE89AA0-5025-3BA7-1998-DF9E98AFD905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7" name="Google Shape;372;p23">
            <a:extLst>
              <a:ext uri="{FF2B5EF4-FFF2-40B4-BE49-F238E27FC236}">
                <a16:creationId xmlns:a16="http://schemas.microsoft.com/office/drawing/2014/main" id="{67DC2823-722A-9323-3129-B455A1F23102}"/>
              </a:ext>
            </a:extLst>
          </p:cNvPr>
          <p:cNvSpPr/>
          <p:nvPr/>
        </p:nvSpPr>
        <p:spPr>
          <a:xfrm>
            <a:off x="5571601" y="645189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A999B8CA-5C6E-7E69-7D1B-661F17C2D8B2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5A79390E-E2EC-36EB-A803-1798032E5551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79FA69B5-AAD9-963E-C585-52231268E057}"/>
              </a:ext>
            </a:extLst>
          </p:cNvPr>
          <p:cNvSpPr/>
          <p:nvPr/>
        </p:nvSpPr>
        <p:spPr>
          <a:xfrm>
            <a:off x="3784099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372;p23">
            <a:extLst>
              <a:ext uri="{FF2B5EF4-FFF2-40B4-BE49-F238E27FC236}">
                <a16:creationId xmlns:a16="http://schemas.microsoft.com/office/drawing/2014/main" id="{B653AED2-9177-551A-15AD-E5ADDD4ADA1F}"/>
              </a:ext>
            </a:extLst>
          </p:cNvPr>
          <p:cNvSpPr/>
          <p:nvPr/>
        </p:nvSpPr>
        <p:spPr>
          <a:xfrm>
            <a:off x="3677383" y="6455245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B9379CFC-4CBE-CD96-BDA9-574EFA1C5670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4FD674CE-E647-C2F4-4309-C643DB69AFDD}"/>
              </a:ext>
            </a:extLst>
          </p:cNvPr>
          <p:cNvSpPr/>
          <p:nvPr/>
        </p:nvSpPr>
        <p:spPr>
          <a:xfrm>
            <a:off x="1915930" y="470604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372;p23">
            <a:extLst>
              <a:ext uri="{FF2B5EF4-FFF2-40B4-BE49-F238E27FC236}">
                <a16:creationId xmlns:a16="http://schemas.microsoft.com/office/drawing/2014/main" id="{4A8A6994-4B89-5200-FE01-E713AAFCBD3A}"/>
              </a:ext>
            </a:extLst>
          </p:cNvPr>
          <p:cNvSpPr/>
          <p:nvPr/>
        </p:nvSpPr>
        <p:spPr>
          <a:xfrm>
            <a:off x="1789573" y="644611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70F7A9B7-89DE-978F-F8BD-B6840AC55364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FFCE3EA5-3C86-E0DF-A548-81823521559E}"/>
              </a:ext>
            </a:extLst>
          </p:cNvPr>
          <p:cNvSpPr/>
          <p:nvPr/>
        </p:nvSpPr>
        <p:spPr>
          <a:xfrm>
            <a:off x="57266" y="470990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F91433DA-5795-3C3B-0073-A3A662E38CCD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A3ED7EC0-E471-2F28-C273-C1E6E65A1EE6}"/>
              </a:ext>
            </a:extLst>
          </p:cNvPr>
          <p:cNvSpPr txBox="1"/>
          <p:nvPr/>
        </p:nvSpPr>
        <p:spPr>
          <a:xfrm>
            <a:off x="-58762" y="4674932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45F35CB8-F51B-5140-7E37-9E35C059AEFA}"/>
              </a:ext>
            </a:extLst>
          </p:cNvPr>
          <p:cNvSpPr txBox="1"/>
          <p:nvPr/>
        </p:nvSpPr>
        <p:spPr>
          <a:xfrm>
            <a:off x="1756984" y="466313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833F4C4D-BCAE-1149-7B86-5B99666DECAD}"/>
              </a:ext>
            </a:extLst>
          </p:cNvPr>
          <p:cNvSpPr txBox="1"/>
          <p:nvPr/>
        </p:nvSpPr>
        <p:spPr>
          <a:xfrm>
            <a:off x="3658699" y="46537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F87895B2-0573-FFCA-0DD2-22EE239D7027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4" name="Google Shape;76;p10">
            <a:extLst>
              <a:ext uri="{FF2B5EF4-FFF2-40B4-BE49-F238E27FC236}">
                <a16:creationId xmlns:a16="http://schemas.microsoft.com/office/drawing/2014/main" id="{68218441-C466-DC24-EDB9-C1692F6F4905}"/>
              </a:ext>
            </a:extLst>
          </p:cNvPr>
          <p:cNvSpPr txBox="1"/>
          <p:nvPr/>
        </p:nvSpPr>
        <p:spPr>
          <a:xfrm>
            <a:off x="7366681" y="463167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A9D530D6-765D-01F5-BC4F-F84F43AC001A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2536BCD3-82B6-429E-AC84-A0CE8087376F}"/>
              </a:ext>
            </a:extLst>
          </p:cNvPr>
          <p:cNvSpPr txBox="1"/>
          <p:nvPr/>
        </p:nvSpPr>
        <p:spPr>
          <a:xfrm>
            <a:off x="-135470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7" name="Google Shape;76;p10">
            <a:extLst>
              <a:ext uri="{FF2B5EF4-FFF2-40B4-BE49-F238E27FC236}">
                <a16:creationId xmlns:a16="http://schemas.microsoft.com/office/drawing/2014/main" id="{5D6E2EB9-1B22-F565-130E-33FB40AFDDDC}"/>
              </a:ext>
            </a:extLst>
          </p:cNvPr>
          <p:cNvSpPr txBox="1"/>
          <p:nvPr/>
        </p:nvSpPr>
        <p:spPr>
          <a:xfrm>
            <a:off x="5435446" y="643019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8" name="Google Shape;76;p10">
            <a:extLst>
              <a:ext uri="{FF2B5EF4-FFF2-40B4-BE49-F238E27FC236}">
                <a16:creationId xmlns:a16="http://schemas.microsoft.com/office/drawing/2014/main" id="{240B2E10-D89C-73A2-5D0C-D16F2450F84F}"/>
              </a:ext>
            </a:extLst>
          </p:cNvPr>
          <p:cNvSpPr txBox="1"/>
          <p:nvPr/>
        </p:nvSpPr>
        <p:spPr>
          <a:xfrm>
            <a:off x="3877907" y="6412332"/>
            <a:ext cx="1274024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9" name="Google Shape;76;p10">
            <a:extLst>
              <a:ext uri="{FF2B5EF4-FFF2-40B4-BE49-F238E27FC236}">
                <a16:creationId xmlns:a16="http://schemas.microsoft.com/office/drawing/2014/main" id="{FFCA3FFF-8DF1-C245-760F-9D6A61AEDCE3}"/>
              </a:ext>
            </a:extLst>
          </p:cNvPr>
          <p:cNvSpPr txBox="1"/>
          <p:nvPr/>
        </p:nvSpPr>
        <p:spPr>
          <a:xfrm>
            <a:off x="1632715" y="641995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28" name="صورة 27">
            <a:extLst>
              <a:ext uri="{FF2B5EF4-FFF2-40B4-BE49-F238E27FC236}">
                <a16:creationId xmlns:a16="http://schemas.microsoft.com/office/drawing/2014/main" id="{470A61C2-4956-B22C-343C-6D600BFBF31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81"/>
          <a:stretch>
            <a:fillRect/>
          </a:stretch>
        </p:blipFill>
        <p:spPr>
          <a:xfrm>
            <a:off x="1796563" y="5029334"/>
            <a:ext cx="1631824" cy="1347709"/>
          </a:xfrm>
          <a:prstGeom prst="rect">
            <a:avLst/>
          </a:prstGeom>
        </p:spPr>
      </p:pic>
      <p:sp>
        <p:nvSpPr>
          <p:cNvPr id="10" name="Google Shape;79;p10">
            <a:extLst>
              <a:ext uri="{FF2B5EF4-FFF2-40B4-BE49-F238E27FC236}">
                <a16:creationId xmlns:a16="http://schemas.microsoft.com/office/drawing/2014/main" id="{B185F935-0646-C5ED-D44E-3B93F3A32B95}"/>
              </a:ext>
            </a:extLst>
          </p:cNvPr>
          <p:cNvSpPr txBox="1"/>
          <p:nvPr/>
        </p:nvSpPr>
        <p:spPr>
          <a:xfrm>
            <a:off x="3417970" y="850502"/>
            <a:ext cx="4956395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 العقبة الابتدائية بنين مستأجر 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FEA5CD91-BA60-F740-1E81-71341A5B47D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13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D3B11251-9749-CFA1-7CCB-CD9F828D71FF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sp>
        <p:nvSpPr>
          <p:cNvPr id="14" name="Google Shape;75;p10">
            <a:extLst>
              <a:ext uri="{FF2B5EF4-FFF2-40B4-BE49-F238E27FC236}">
                <a16:creationId xmlns:a16="http://schemas.microsoft.com/office/drawing/2014/main" id="{EFFDE935-10F1-43CC-5F6C-575E531F6915}"/>
              </a:ext>
            </a:extLst>
          </p:cNvPr>
          <p:cNvSpPr txBox="1"/>
          <p:nvPr/>
        </p:nvSpPr>
        <p:spPr>
          <a:xfrm>
            <a:off x="3146590" y="456265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5" name="Google Shape;132;p1">
            <a:extLst>
              <a:ext uri="{FF2B5EF4-FFF2-40B4-BE49-F238E27FC236}">
                <a16:creationId xmlns:a16="http://schemas.microsoft.com/office/drawing/2014/main" id="{486AA26E-A84A-0636-C6FB-503BF9D60433}"/>
              </a:ext>
            </a:extLst>
          </p:cNvPr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شكل حر: شكل 30">
            <a:extLst>
              <a:ext uri="{FF2B5EF4-FFF2-40B4-BE49-F238E27FC236}">
                <a16:creationId xmlns:a16="http://schemas.microsoft.com/office/drawing/2014/main" id="{6DF68772-60A2-FF6A-1CF2-3CFF70FE8495}"/>
              </a:ext>
            </a:extLst>
          </p:cNvPr>
          <p:cNvSpPr/>
          <p:nvPr/>
        </p:nvSpPr>
        <p:spPr>
          <a:xfrm rot="2700000">
            <a:off x="9647363" y="692049"/>
            <a:ext cx="4753477" cy="4278591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blipFill dpi="0" rotWithShape="0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1" eaLnBrk="1" latinLnBrk="0" hangingPunct="1"/>
            <a:endParaRPr lang="ar-SA"/>
          </a:p>
        </p:txBody>
      </p:sp>
      <p:sp>
        <p:nvSpPr>
          <p:cNvPr id="5" name="Google Shape;75;p10">
            <a:extLst>
              <a:ext uri="{FF2B5EF4-FFF2-40B4-BE49-F238E27FC236}">
                <a16:creationId xmlns:a16="http://schemas.microsoft.com/office/drawing/2014/main" id="{D7F1CA06-9723-5BCF-7DC6-3F8B565B05A6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" name="Google Shape;76;p10">
            <a:extLst>
              <a:ext uri="{FF2B5EF4-FFF2-40B4-BE49-F238E27FC236}">
                <a16:creationId xmlns:a16="http://schemas.microsoft.com/office/drawing/2014/main" id="{2E209341-50D8-63FB-0DEB-9F66341A1EFA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40" name="صورة 25">
            <a:extLst>
              <a:ext uri="{FF2B5EF4-FFF2-40B4-BE49-F238E27FC236}">
                <a16:creationId xmlns:a16="http://schemas.microsoft.com/office/drawing/2014/main" id="{C6563AD8-7D70-B48D-3B15-A3E38B79FAD5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46" b="-1072"/>
          <a:stretch>
            <a:fillRect/>
          </a:stretch>
        </p:blipFill>
        <p:spPr>
          <a:xfrm>
            <a:off x="5563528" y="5058401"/>
            <a:ext cx="1665187" cy="1325487"/>
          </a:xfrm>
          <a:prstGeom prst="rect">
            <a:avLst/>
          </a:prstGeom>
        </p:spPr>
      </p:pic>
      <p:pic>
        <p:nvPicPr>
          <p:cNvPr id="41" name="صورة 27">
            <a:extLst>
              <a:ext uri="{FF2B5EF4-FFF2-40B4-BE49-F238E27FC236}">
                <a16:creationId xmlns:a16="http://schemas.microsoft.com/office/drawing/2014/main" id="{01329667-FFE0-3369-C7DF-275D60C70FA3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93"/>
          <a:stretch>
            <a:fillRect/>
          </a:stretch>
        </p:blipFill>
        <p:spPr>
          <a:xfrm>
            <a:off x="3670984" y="5058401"/>
            <a:ext cx="1698872" cy="1325488"/>
          </a:xfrm>
          <a:prstGeom prst="rect">
            <a:avLst/>
          </a:prstGeom>
        </p:spPr>
      </p:pic>
      <p:pic>
        <p:nvPicPr>
          <p:cNvPr id="3" name="صورة 4">
            <a:extLst>
              <a:ext uri="{FF2B5EF4-FFF2-40B4-BE49-F238E27FC236}">
                <a16:creationId xmlns:a16="http://schemas.microsoft.com/office/drawing/2014/main" id="{D775EACE-FFA6-560D-A15C-CBE389D0634A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475"/>
          <a:stretch>
            <a:fillRect/>
          </a:stretch>
        </p:blipFill>
        <p:spPr>
          <a:xfrm>
            <a:off x="7545808" y="1446691"/>
            <a:ext cx="1641475" cy="1375409"/>
          </a:xfrm>
          <a:prstGeom prst="rect">
            <a:avLst/>
          </a:prstGeom>
        </p:spPr>
      </p:pic>
      <p:pic>
        <p:nvPicPr>
          <p:cNvPr id="7" name="صورة 4">
            <a:extLst>
              <a:ext uri="{FF2B5EF4-FFF2-40B4-BE49-F238E27FC236}">
                <a16:creationId xmlns:a16="http://schemas.microsoft.com/office/drawing/2014/main" id="{839D1A46-082B-4522-8FCF-CA206B922C44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09589" y="1454679"/>
            <a:ext cx="1611153" cy="1339977"/>
          </a:xfrm>
          <a:prstGeom prst="rect">
            <a:avLst/>
          </a:prstGeom>
        </p:spPr>
      </p:pic>
      <p:pic>
        <p:nvPicPr>
          <p:cNvPr id="11" name="صورة 4">
            <a:extLst>
              <a:ext uri="{FF2B5EF4-FFF2-40B4-BE49-F238E27FC236}">
                <a16:creationId xmlns:a16="http://schemas.microsoft.com/office/drawing/2014/main" id="{EEC851CC-19D2-BBCE-FAA4-2D590633A050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714"/>
          <a:stretch>
            <a:fillRect/>
          </a:stretch>
        </p:blipFill>
        <p:spPr>
          <a:xfrm>
            <a:off x="3761602" y="3349230"/>
            <a:ext cx="1712843" cy="1224283"/>
          </a:xfrm>
          <a:prstGeom prst="rect">
            <a:avLst/>
          </a:prstGeom>
        </p:spPr>
      </p:pic>
      <p:pic>
        <p:nvPicPr>
          <p:cNvPr id="12" name="صورة 13">
            <a:extLst>
              <a:ext uri="{FF2B5EF4-FFF2-40B4-BE49-F238E27FC236}">
                <a16:creationId xmlns:a16="http://schemas.microsoft.com/office/drawing/2014/main" id="{F6BD36B9-E529-4777-681D-6D939C371051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153"/>
          <a:stretch>
            <a:fillRect/>
          </a:stretch>
        </p:blipFill>
        <p:spPr>
          <a:xfrm>
            <a:off x="154953" y="1446691"/>
            <a:ext cx="1577010" cy="1347709"/>
          </a:xfrm>
          <a:prstGeom prst="rect">
            <a:avLst/>
          </a:prstGeom>
        </p:spPr>
      </p:pic>
      <p:pic>
        <p:nvPicPr>
          <p:cNvPr id="16" name="صورة 14">
            <a:extLst>
              <a:ext uri="{FF2B5EF4-FFF2-40B4-BE49-F238E27FC236}">
                <a16:creationId xmlns:a16="http://schemas.microsoft.com/office/drawing/2014/main" id="{CE90B56A-87BD-02BF-3B5C-7E6FE513193F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07084" y="3357303"/>
            <a:ext cx="1636917" cy="1197231"/>
          </a:xfrm>
          <a:prstGeom prst="rect">
            <a:avLst/>
          </a:prstGeom>
        </p:spPr>
      </p:pic>
      <p:pic>
        <p:nvPicPr>
          <p:cNvPr id="20" name="صورة 4">
            <a:extLst>
              <a:ext uri="{FF2B5EF4-FFF2-40B4-BE49-F238E27FC236}">
                <a16:creationId xmlns:a16="http://schemas.microsoft.com/office/drawing/2014/main" id="{A367154D-6307-5193-727F-82AB2588A1B6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887" b="-479"/>
          <a:stretch>
            <a:fillRect/>
          </a:stretch>
        </p:blipFill>
        <p:spPr>
          <a:xfrm>
            <a:off x="3784100" y="1436838"/>
            <a:ext cx="1771434" cy="1378193"/>
          </a:xfrm>
          <a:prstGeom prst="rect">
            <a:avLst/>
          </a:prstGeom>
        </p:spPr>
      </p:pic>
      <p:pic>
        <p:nvPicPr>
          <p:cNvPr id="22" name="صورة 4">
            <a:extLst>
              <a:ext uri="{FF2B5EF4-FFF2-40B4-BE49-F238E27FC236}">
                <a16:creationId xmlns:a16="http://schemas.microsoft.com/office/drawing/2014/main" id="{ECDFD01C-9E26-8BB8-CF04-8541C2A7EB23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43711" y="3349230"/>
            <a:ext cx="1643572" cy="1214040"/>
          </a:xfrm>
          <a:prstGeom prst="rect">
            <a:avLst/>
          </a:prstGeom>
        </p:spPr>
      </p:pic>
      <p:pic>
        <p:nvPicPr>
          <p:cNvPr id="29" name="صورة 4">
            <a:extLst>
              <a:ext uri="{FF2B5EF4-FFF2-40B4-BE49-F238E27FC236}">
                <a16:creationId xmlns:a16="http://schemas.microsoft.com/office/drawing/2014/main" id="{29731765-1162-F8DE-0A82-16912AF2C96B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007"/>
          <a:stretch>
            <a:fillRect/>
          </a:stretch>
        </p:blipFill>
        <p:spPr>
          <a:xfrm>
            <a:off x="5677318" y="3369544"/>
            <a:ext cx="1649993" cy="1200759"/>
          </a:xfrm>
          <a:prstGeom prst="rect">
            <a:avLst/>
          </a:prstGeom>
        </p:spPr>
      </p:pic>
      <p:pic>
        <p:nvPicPr>
          <p:cNvPr id="31" name="صورة 33">
            <a:extLst>
              <a:ext uri="{FF2B5EF4-FFF2-40B4-BE49-F238E27FC236}">
                <a16:creationId xmlns:a16="http://schemas.microsoft.com/office/drawing/2014/main" id="{4A2E90C9-6FEE-4C52-1C7F-9A70AC41432D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272"/>
          <a:stretch>
            <a:fillRect/>
          </a:stretch>
        </p:blipFill>
        <p:spPr>
          <a:xfrm>
            <a:off x="1898341" y="1454680"/>
            <a:ext cx="1674703" cy="1356550"/>
          </a:xfrm>
          <a:prstGeom prst="rect">
            <a:avLst/>
          </a:prstGeom>
        </p:spPr>
      </p:pic>
      <p:pic>
        <p:nvPicPr>
          <p:cNvPr id="34" name="صورة 22">
            <a:extLst>
              <a:ext uri="{FF2B5EF4-FFF2-40B4-BE49-F238E27FC236}">
                <a16:creationId xmlns:a16="http://schemas.microsoft.com/office/drawing/2014/main" id="{EC7FB81B-3D02-B9E5-1364-6F49DC0975BD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777"/>
          <a:stretch>
            <a:fillRect/>
          </a:stretch>
        </p:blipFill>
        <p:spPr>
          <a:xfrm>
            <a:off x="95959" y="3336090"/>
            <a:ext cx="1636004" cy="123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6541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3B8A8-780B-7137-1BEF-5FE056CC4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5C237D0C-3E49-ED49-1735-138B48237458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98C3D719-008D-D14F-2DC7-D4E4D704D296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D9D3976A-BB6A-EF37-56A5-1324715E62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D95B1CA4-63EC-71BD-DD69-2B49A8D8C265}"/>
              </a:ext>
            </a:extLst>
          </p:cNvPr>
          <p:cNvGrpSpPr/>
          <p:nvPr/>
        </p:nvGrpSpPr>
        <p:grpSpPr>
          <a:xfrm>
            <a:off x="0" y="6658993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8E7C658B-5F20-16BE-E866-BAA5949C2C57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83529B38-80AE-249A-EBAB-8ED7CDB7B1AA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35A63D83-C20F-0643-0AFF-5F932A49677E}"/>
              </a:ext>
            </a:extLst>
          </p:cNvPr>
          <p:cNvSpPr txBox="1"/>
          <p:nvPr/>
        </p:nvSpPr>
        <p:spPr>
          <a:xfrm>
            <a:off x="9531024" y="6253460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BDE6479F-27DB-BDA2-A826-91B72E765F33}"/>
              </a:ext>
            </a:extLst>
          </p:cNvPr>
          <p:cNvSpPr/>
          <p:nvPr/>
        </p:nvSpPr>
        <p:spPr>
          <a:xfrm>
            <a:off x="7530169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FF147703-3238-4CE1-D413-6866BE51B14C}"/>
              </a:ext>
            </a:extLst>
          </p:cNvPr>
          <p:cNvSpPr txBox="1"/>
          <p:nvPr/>
        </p:nvSpPr>
        <p:spPr>
          <a:xfrm>
            <a:off x="7342230" y="28241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5E95FD19-7D06-8072-DD43-DC92AB14773F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44E09EE1-5E7F-E165-A609-D2962455C4B1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F8A58756-1CCC-ED99-7C12-4A97B9C7EFCB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9B6E8886-997E-6EFF-D682-760C1B5D2D29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287EF102-D4CE-9FFA-D82C-C2DC486CAE52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7" name="Google Shape;372;p23">
            <a:extLst>
              <a:ext uri="{FF2B5EF4-FFF2-40B4-BE49-F238E27FC236}">
                <a16:creationId xmlns:a16="http://schemas.microsoft.com/office/drawing/2014/main" id="{0A132E87-CD19-D814-7019-0FCB03B1D624}"/>
              </a:ext>
            </a:extLst>
          </p:cNvPr>
          <p:cNvSpPr/>
          <p:nvPr/>
        </p:nvSpPr>
        <p:spPr>
          <a:xfrm>
            <a:off x="5571601" y="6428321"/>
            <a:ext cx="1922487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35086156-D82D-16AF-EA57-FB93B65278EB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F41681D6-DE78-47B6-34BE-CF66CE4C58DC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F4BAABCE-C41E-367C-B36D-D011AB9488A8}"/>
              </a:ext>
            </a:extLst>
          </p:cNvPr>
          <p:cNvSpPr/>
          <p:nvPr/>
        </p:nvSpPr>
        <p:spPr>
          <a:xfrm>
            <a:off x="3784099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372;p23">
            <a:extLst>
              <a:ext uri="{FF2B5EF4-FFF2-40B4-BE49-F238E27FC236}">
                <a16:creationId xmlns:a16="http://schemas.microsoft.com/office/drawing/2014/main" id="{E4425803-608C-C0AD-6885-CEE10A790719}"/>
              </a:ext>
            </a:extLst>
          </p:cNvPr>
          <p:cNvSpPr/>
          <p:nvPr/>
        </p:nvSpPr>
        <p:spPr>
          <a:xfrm>
            <a:off x="3340955" y="6439247"/>
            <a:ext cx="1817259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EFAD9DCD-081D-A668-B3F1-EA267C6C0EEB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A7B760FC-BA07-6FDD-FD5E-8ABBC3B8FA69}"/>
              </a:ext>
            </a:extLst>
          </p:cNvPr>
          <p:cNvSpPr/>
          <p:nvPr/>
        </p:nvSpPr>
        <p:spPr>
          <a:xfrm>
            <a:off x="1915930" y="470604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372;p23">
            <a:extLst>
              <a:ext uri="{FF2B5EF4-FFF2-40B4-BE49-F238E27FC236}">
                <a16:creationId xmlns:a16="http://schemas.microsoft.com/office/drawing/2014/main" id="{03277493-79F1-E083-ED59-81C329B7E07B}"/>
              </a:ext>
            </a:extLst>
          </p:cNvPr>
          <p:cNvSpPr/>
          <p:nvPr/>
        </p:nvSpPr>
        <p:spPr>
          <a:xfrm>
            <a:off x="1021380" y="6439247"/>
            <a:ext cx="1817259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199A22A5-E0E9-A176-9E7F-A7AA5E978FAF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4CF7387C-41C8-B851-F391-9EFCA6307099}"/>
              </a:ext>
            </a:extLst>
          </p:cNvPr>
          <p:cNvSpPr/>
          <p:nvPr/>
        </p:nvSpPr>
        <p:spPr>
          <a:xfrm>
            <a:off x="57266" y="470990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96267B02-726C-5392-90E2-74151C80B49C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3F5175EA-3E47-9542-AF10-7DAB3C812D51}"/>
              </a:ext>
            </a:extLst>
          </p:cNvPr>
          <p:cNvSpPr txBox="1"/>
          <p:nvPr/>
        </p:nvSpPr>
        <p:spPr>
          <a:xfrm>
            <a:off x="-58762" y="4674932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8460798A-C816-203E-17A7-4A9DA68AB08D}"/>
              </a:ext>
            </a:extLst>
          </p:cNvPr>
          <p:cNvSpPr txBox="1"/>
          <p:nvPr/>
        </p:nvSpPr>
        <p:spPr>
          <a:xfrm>
            <a:off x="1756984" y="466313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E02AC89F-0A9C-EA89-C0AD-8C2298DE3849}"/>
              </a:ext>
            </a:extLst>
          </p:cNvPr>
          <p:cNvSpPr txBox="1"/>
          <p:nvPr/>
        </p:nvSpPr>
        <p:spPr>
          <a:xfrm>
            <a:off x="3658699" y="46537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A7F3915B-F92C-4DC7-1A74-54830C9498E0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4" name="Google Shape;76;p10">
            <a:extLst>
              <a:ext uri="{FF2B5EF4-FFF2-40B4-BE49-F238E27FC236}">
                <a16:creationId xmlns:a16="http://schemas.microsoft.com/office/drawing/2014/main" id="{62057B5A-4B2E-9E72-3339-1638FCFF546B}"/>
              </a:ext>
            </a:extLst>
          </p:cNvPr>
          <p:cNvSpPr txBox="1"/>
          <p:nvPr/>
        </p:nvSpPr>
        <p:spPr>
          <a:xfrm>
            <a:off x="7366681" y="463167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997E2DBE-11A2-F6B7-6961-1F8617802E36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BE57C56E-3C94-3A5E-9B27-D8350C0F1189}"/>
              </a:ext>
            </a:extLst>
          </p:cNvPr>
          <p:cNvSpPr txBox="1"/>
          <p:nvPr/>
        </p:nvSpPr>
        <p:spPr>
          <a:xfrm>
            <a:off x="-135470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7" name="Google Shape;76;p10">
            <a:extLst>
              <a:ext uri="{FF2B5EF4-FFF2-40B4-BE49-F238E27FC236}">
                <a16:creationId xmlns:a16="http://schemas.microsoft.com/office/drawing/2014/main" id="{57EAED19-F31D-6DB2-5749-A02987CBBE7A}"/>
              </a:ext>
            </a:extLst>
          </p:cNvPr>
          <p:cNvSpPr txBox="1"/>
          <p:nvPr/>
        </p:nvSpPr>
        <p:spPr>
          <a:xfrm>
            <a:off x="6010151" y="6399695"/>
            <a:ext cx="1030516" cy="25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8" name="Google Shape;76;p10">
            <a:extLst>
              <a:ext uri="{FF2B5EF4-FFF2-40B4-BE49-F238E27FC236}">
                <a16:creationId xmlns:a16="http://schemas.microsoft.com/office/drawing/2014/main" id="{1222F4EA-7F25-EC96-20ED-1A740FDB80C5}"/>
              </a:ext>
            </a:extLst>
          </p:cNvPr>
          <p:cNvSpPr txBox="1"/>
          <p:nvPr/>
        </p:nvSpPr>
        <p:spPr>
          <a:xfrm>
            <a:off x="3792968" y="6408008"/>
            <a:ext cx="1030516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9" name="Google Shape;76;p10">
            <a:extLst>
              <a:ext uri="{FF2B5EF4-FFF2-40B4-BE49-F238E27FC236}">
                <a16:creationId xmlns:a16="http://schemas.microsoft.com/office/drawing/2014/main" id="{266E464B-46C1-6898-0676-D7866F971281}"/>
              </a:ext>
            </a:extLst>
          </p:cNvPr>
          <p:cNvSpPr txBox="1"/>
          <p:nvPr/>
        </p:nvSpPr>
        <p:spPr>
          <a:xfrm>
            <a:off x="1299493" y="6408089"/>
            <a:ext cx="1197696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24" name="صورة 23">
            <a:extLst>
              <a:ext uri="{FF2B5EF4-FFF2-40B4-BE49-F238E27FC236}">
                <a16:creationId xmlns:a16="http://schemas.microsoft.com/office/drawing/2014/main" id="{00871A43-66DB-BECE-C98C-BFD6952B667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151" b="-851"/>
          <a:stretch>
            <a:fillRect/>
          </a:stretch>
        </p:blipFill>
        <p:spPr>
          <a:xfrm>
            <a:off x="5564165" y="4954821"/>
            <a:ext cx="1922487" cy="1427192"/>
          </a:xfrm>
          <a:prstGeom prst="rect">
            <a:avLst/>
          </a:prstGeom>
        </p:spPr>
      </p:pic>
      <p:sp>
        <p:nvSpPr>
          <p:cNvPr id="10" name="Google Shape;79;p10">
            <a:extLst>
              <a:ext uri="{FF2B5EF4-FFF2-40B4-BE49-F238E27FC236}">
                <a16:creationId xmlns:a16="http://schemas.microsoft.com/office/drawing/2014/main" id="{146B28F4-4053-DE0D-2FEF-B855899434E4}"/>
              </a:ext>
            </a:extLst>
          </p:cNvPr>
          <p:cNvSpPr txBox="1"/>
          <p:nvPr/>
        </p:nvSpPr>
        <p:spPr>
          <a:xfrm>
            <a:off x="3417970" y="850502"/>
            <a:ext cx="4956395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 الأرقم بن ابي الأرقم المتوسطة و الثانوية بنين مستأجر 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B6BFBBF7-8F69-6C06-8A0F-0876F49DAAA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13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F3953A56-6D59-D7AD-2BF6-AAEC4E901933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sp>
        <p:nvSpPr>
          <p:cNvPr id="14" name="Google Shape;75;p10">
            <a:extLst>
              <a:ext uri="{FF2B5EF4-FFF2-40B4-BE49-F238E27FC236}">
                <a16:creationId xmlns:a16="http://schemas.microsoft.com/office/drawing/2014/main" id="{EB476002-F1E9-CC79-2A3B-1808D1FE46D0}"/>
              </a:ext>
            </a:extLst>
          </p:cNvPr>
          <p:cNvSpPr txBox="1"/>
          <p:nvPr/>
        </p:nvSpPr>
        <p:spPr>
          <a:xfrm>
            <a:off x="3146590" y="456265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5" name="Google Shape;132;p1">
            <a:extLst>
              <a:ext uri="{FF2B5EF4-FFF2-40B4-BE49-F238E27FC236}">
                <a16:creationId xmlns:a16="http://schemas.microsoft.com/office/drawing/2014/main" id="{AB5FAC3A-776D-3903-147A-C5E62A27F664}"/>
              </a:ext>
            </a:extLst>
          </p:cNvPr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شكل حر: شكل 30">
            <a:extLst>
              <a:ext uri="{FF2B5EF4-FFF2-40B4-BE49-F238E27FC236}">
                <a16:creationId xmlns:a16="http://schemas.microsoft.com/office/drawing/2014/main" id="{F08B4D40-DAD1-3A91-D196-5E89AA3AACDA}"/>
              </a:ext>
            </a:extLst>
          </p:cNvPr>
          <p:cNvSpPr/>
          <p:nvPr/>
        </p:nvSpPr>
        <p:spPr>
          <a:xfrm rot="2700000">
            <a:off x="9647363" y="692049"/>
            <a:ext cx="4753477" cy="4278591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blipFill dpi="0" rotWithShape="0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1" eaLnBrk="1" latinLnBrk="0" hangingPunct="1"/>
            <a:endParaRPr lang="ar-SA"/>
          </a:p>
        </p:txBody>
      </p:sp>
      <p:pic>
        <p:nvPicPr>
          <p:cNvPr id="8" name="صورة 27">
            <a:extLst>
              <a:ext uri="{FF2B5EF4-FFF2-40B4-BE49-F238E27FC236}">
                <a16:creationId xmlns:a16="http://schemas.microsoft.com/office/drawing/2014/main" id="{73A429CF-255C-277A-8622-04D6623A9D3A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48372" y="4954822"/>
            <a:ext cx="1817259" cy="1398558"/>
          </a:xfrm>
          <a:prstGeom prst="rect">
            <a:avLst/>
          </a:prstGeom>
        </p:spPr>
      </p:pic>
      <p:sp>
        <p:nvSpPr>
          <p:cNvPr id="5" name="Google Shape;75;p10">
            <a:extLst>
              <a:ext uri="{FF2B5EF4-FFF2-40B4-BE49-F238E27FC236}">
                <a16:creationId xmlns:a16="http://schemas.microsoft.com/office/drawing/2014/main" id="{A03F4FC7-4DDB-F9D9-15F8-4692381165B5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" name="Google Shape;76;p10">
            <a:extLst>
              <a:ext uri="{FF2B5EF4-FFF2-40B4-BE49-F238E27FC236}">
                <a16:creationId xmlns:a16="http://schemas.microsoft.com/office/drawing/2014/main" id="{F4BB1ADF-1531-D769-8A4E-6C050C58C1B6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31" name="صورة 27">
            <a:extLst>
              <a:ext uri="{FF2B5EF4-FFF2-40B4-BE49-F238E27FC236}">
                <a16:creationId xmlns:a16="http://schemas.microsoft.com/office/drawing/2014/main" id="{5DBA5C57-9D37-7A0E-71C9-0B25385699BE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328"/>
          <a:stretch>
            <a:fillRect/>
          </a:stretch>
        </p:blipFill>
        <p:spPr>
          <a:xfrm>
            <a:off x="3354094" y="4963505"/>
            <a:ext cx="1804121" cy="1418508"/>
          </a:xfrm>
          <a:prstGeom prst="rect">
            <a:avLst/>
          </a:prstGeom>
        </p:spPr>
      </p:pic>
      <p:pic>
        <p:nvPicPr>
          <p:cNvPr id="3" name="صورة 22">
            <a:extLst>
              <a:ext uri="{FF2B5EF4-FFF2-40B4-BE49-F238E27FC236}">
                <a16:creationId xmlns:a16="http://schemas.microsoft.com/office/drawing/2014/main" id="{353C750D-5AC0-C6F9-154A-A477BB81E276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035"/>
          <a:stretch>
            <a:fillRect/>
          </a:stretch>
        </p:blipFill>
        <p:spPr>
          <a:xfrm>
            <a:off x="1898341" y="3279925"/>
            <a:ext cx="1636004" cy="1283499"/>
          </a:xfrm>
          <a:prstGeom prst="rect">
            <a:avLst/>
          </a:prstGeom>
        </p:spPr>
      </p:pic>
      <p:pic>
        <p:nvPicPr>
          <p:cNvPr id="12" name="صورة 33">
            <a:extLst>
              <a:ext uri="{FF2B5EF4-FFF2-40B4-BE49-F238E27FC236}">
                <a16:creationId xmlns:a16="http://schemas.microsoft.com/office/drawing/2014/main" id="{8ADDF5F9-C3CE-60FA-28CF-476E701886E4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08031" y="1576455"/>
            <a:ext cx="1606020" cy="1229762"/>
          </a:xfrm>
          <a:prstGeom prst="rect">
            <a:avLst/>
          </a:prstGeom>
        </p:spPr>
      </p:pic>
      <p:pic>
        <p:nvPicPr>
          <p:cNvPr id="17" name="صورة 4">
            <a:extLst>
              <a:ext uri="{FF2B5EF4-FFF2-40B4-BE49-F238E27FC236}">
                <a16:creationId xmlns:a16="http://schemas.microsoft.com/office/drawing/2014/main" id="{8EFF3595-7EB3-4AC5-83F7-6F6620E730ED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10"/>
          <a:stretch>
            <a:fillRect/>
          </a:stretch>
        </p:blipFill>
        <p:spPr>
          <a:xfrm>
            <a:off x="1933747" y="1562013"/>
            <a:ext cx="1657112" cy="1249186"/>
          </a:xfrm>
          <a:prstGeom prst="rect">
            <a:avLst/>
          </a:prstGeom>
        </p:spPr>
      </p:pic>
      <p:pic>
        <p:nvPicPr>
          <p:cNvPr id="18" name="صورة 5">
            <a:extLst>
              <a:ext uri="{FF2B5EF4-FFF2-40B4-BE49-F238E27FC236}">
                <a16:creationId xmlns:a16="http://schemas.microsoft.com/office/drawing/2014/main" id="{9DB8A8AA-3773-0A57-4EAB-B6130524E328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747719" y="3296459"/>
            <a:ext cx="1712027" cy="1276698"/>
          </a:xfrm>
          <a:prstGeom prst="rect">
            <a:avLst/>
          </a:prstGeom>
        </p:spPr>
      </p:pic>
      <p:pic>
        <p:nvPicPr>
          <p:cNvPr id="21" name="صورة 9">
            <a:extLst>
              <a:ext uri="{FF2B5EF4-FFF2-40B4-BE49-F238E27FC236}">
                <a16:creationId xmlns:a16="http://schemas.microsoft.com/office/drawing/2014/main" id="{6C26AD9F-B26F-C352-B90D-66EA6E1449B9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429"/>
          <a:stretch>
            <a:fillRect/>
          </a:stretch>
        </p:blipFill>
        <p:spPr>
          <a:xfrm>
            <a:off x="177918" y="1562012"/>
            <a:ext cx="1579066" cy="1249187"/>
          </a:xfrm>
          <a:prstGeom prst="rect">
            <a:avLst/>
          </a:prstGeom>
        </p:spPr>
      </p:pic>
      <p:pic>
        <p:nvPicPr>
          <p:cNvPr id="22" name="صورة 11">
            <a:extLst>
              <a:ext uri="{FF2B5EF4-FFF2-40B4-BE49-F238E27FC236}">
                <a16:creationId xmlns:a16="http://schemas.microsoft.com/office/drawing/2014/main" id="{63D8F60D-0E86-B03A-065B-31465A429E03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30540" y="1562013"/>
            <a:ext cx="1586854" cy="1249186"/>
          </a:xfrm>
          <a:prstGeom prst="rect">
            <a:avLst/>
          </a:prstGeom>
        </p:spPr>
      </p:pic>
      <p:pic>
        <p:nvPicPr>
          <p:cNvPr id="26" name="صورة 12">
            <a:extLst>
              <a:ext uri="{FF2B5EF4-FFF2-40B4-BE49-F238E27FC236}">
                <a16:creationId xmlns:a16="http://schemas.microsoft.com/office/drawing/2014/main" id="{25295454-2C74-17E1-D045-3525C84581EE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42260" y="1589507"/>
            <a:ext cx="1601408" cy="1200051"/>
          </a:xfrm>
          <a:prstGeom prst="rect">
            <a:avLst/>
          </a:prstGeom>
        </p:spPr>
      </p:pic>
      <p:pic>
        <p:nvPicPr>
          <p:cNvPr id="28" name="صورة 4">
            <a:extLst>
              <a:ext uri="{FF2B5EF4-FFF2-40B4-BE49-F238E27FC236}">
                <a16:creationId xmlns:a16="http://schemas.microsoft.com/office/drawing/2014/main" id="{2C881760-0173-67F6-5CC5-45D476AB9B35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076" b="-791"/>
          <a:stretch>
            <a:fillRect/>
          </a:stretch>
        </p:blipFill>
        <p:spPr>
          <a:xfrm>
            <a:off x="5685117" y="3270600"/>
            <a:ext cx="1657113" cy="1317477"/>
          </a:xfrm>
          <a:prstGeom prst="rect">
            <a:avLst/>
          </a:prstGeom>
        </p:spPr>
      </p:pic>
      <p:pic>
        <p:nvPicPr>
          <p:cNvPr id="29" name="صورة 8">
            <a:extLst>
              <a:ext uri="{FF2B5EF4-FFF2-40B4-BE49-F238E27FC236}">
                <a16:creationId xmlns:a16="http://schemas.microsoft.com/office/drawing/2014/main" id="{74634010-F8DB-5B7F-F23F-F2F3D6A56D57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665"/>
          <a:stretch>
            <a:fillRect/>
          </a:stretch>
        </p:blipFill>
        <p:spPr>
          <a:xfrm>
            <a:off x="7537422" y="3323756"/>
            <a:ext cx="1642607" cy="1264321"/>
          </a:xfrm>
          <a:prstGeom prst="rect">
            <a:avLst/>
          </a:prstGeom>
        </p:spPr>
      </p:pic>
      <p:pic>
        <p:nvPicPr>
          <p:cNvPr id="34" name="صورة 10">
            <a:extLst>
              <a:ext uri="{FF2B5EF4-FFF2-40B4-BE49-F238E27FC236}">
                <a16:creationId xmlns:a16="http://schemas.microsoft.com/office/drawing/2014/main" id="{9F89B7D5-6FAC-33D2-EE7D-FC8A41556D15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0883" y="3309204"/>
            <a:ext cx="1616101" cy="122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8688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9CA410A7-9C9F-73C1-6D1C-61295243BEA8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C606781F-BD43-9CA8-27DB-052904C32001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8038F563-02F8-CFB0-2A34-4363269846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B1E3222B-DD96-6097-8F33-17EBEEAD166B}"/>
              </a:ext>
            </a:extLst>
          </p:cNvPr>
          <p:cNvGrpSpPr/>
          <p:nvPr/>
        </p:nvGrpSpPr>
        <p:grpSpPr>
          <a:xfrm>
            <a:off x="0" y="6658993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CFACEE66-D7F8-1951-8E21-1EFB7238A4B4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9E920784-63C8-BD2E-ED81-872984FC69D7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31" name="شكل حر: شكل 30">
            <a:extLst>
              <a:ext uri="{FF2B5EF4-FFF2-40B4-BE49-F238E27FC236}">
                <a16:creationId xmlns:a16="http://schemas.microsoft.com/office/drawing/2014/main" id="{B47B6AB5-BE4C-922B-403B-E3DB342F9515}"/>
              </a:ext>
            </a:extLst>
          </p:cNvPr>
          <p:cNvSpPr/>
          <p:nvPr/>
        </p:nvSpPr>
        <p:spPr>
          <a:xfrm rot="2700000">
            <a:off x="9646087" y="691257"/>
            <a:ext cx="4753477" cy="4284000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blipFill dpi="0" rotWithShape="0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0" eaLnBrk="1" latinLnBrk="0" hangingPunct="1"/>
            <a:endParaRPr lang="ar-SA"/>
          </a:p>
        </p:txBody>
      </p: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C4CD893A-3BC2-23A0-2DB9-25A3CFC73FFD}"/>
              </a:ext>
            </a:extLst>
          </p:cNvPr>
          <p:cNvSpPr txBox="1"/>
          <p:nvPr/>
        </p:nvSpPr>
        <p:spPr>
          <a:xfrm>
            <a:off x="9531024" y="6253460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6F74F2C9-CAB3-AC49-978F-7E7CF60514C9}"/>
              </a:ext>
            </a:extLst>
          </p:cNvPr>
          <p:cNvSpPr/>
          <p:nvPr/>
        </p:nvSpPr>
        <p:spPr>
          <a:xfrm>
            <a:off x="7530169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5A44A220-551C-1D1A-28A3-ED8687BE73FB}"/>
              </a:ext>
            </a:extLst>
          </p:cNvPr>
          <p:cNvSpPr txBox="1"/>
          <p:nvPr/>
        </p:nvSpPr>
        <p:spPr>
          <a:xfrm>
            <a:off x="7342230" y="28241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BBFC61BC-DA13-44E6-AA7A-ECD5399E8638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505A4CD5-13D4-4FE6-99D5-8516006AFC6A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534163B8-6C02-467D-B9A6-0F6D0F37A594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69168705-081A-42F4-86FF-DF15D36167F4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9962B257-48DA-4A7C-B5AC-4DF317F5E11D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952C0E5C-DE1D-4CF5-9FFF-407871B8C98B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15A77352-B7E8-47AC-ADA6-9A5F6AEEDC0F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E7714430-1C16-46B6-B131-2BF56FA01C40}"/>
              </a:ext>
            </a:extLst>
          </p:cNvPr>
          <p:cNvSpPr/>
          <p:nvPr/>
        </p:nvSpPr>
        <p:spPr>
          <a:xfrm>
            <a:off x="3784099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93AE9179-E01F-43E9-87B2-93A4771BB808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4F81B80A-62B1-4008-B4CB-15E2DA6CB78C}"/>
              </a:ext>
            </a:extLst>
          </p:cNvPr>
          <p:cNvSpPr/>
          <p:nvPr/>
        </p:nvSpPr>
        <p:spPr>
          <a:xfrm>
            <a:off x="1915930" y="470604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7216AAF4-5060-4C74-853E-F878C6A2C0DB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B505234F-4748-413B-ADA2-4633508A3634}"/>
              </a:ext>
            </a:extLst>
          </p:cNvPr>
          <p:cNvSpPr/>
          <p:nvPr/>
        </p:nvSpPr>
        <p:spPr>
          <a:xfrm>
            <a:off x="57266" y="470990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354D6305-E4C6-4915-B1F0-49B1260E4F86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CC0B0278-F372-4AA2-9D3F-8EEDBE0FC213}"/>
              </a:ext>
            </a:extLst>
          </p:cNvPr>
          <p:cNvSpPr txBox="1"/>
          <p:nvPr/>
        </p:nvSpPr>
        <p:spPr>
          <a:xfrm>
            <a:off x="-58762" y="4674932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379296CA-F2C3-458A-816F-94ACF862C1A1}"/>
              </a:ext>
            </a:extLst>
          </p:cNvPr>
          <p:cNvSpPr txBox="1"/>
          <p:nvPr/>
        </p:nvSpPr>
        <p:spPr>
          <a:xfrm>
            <a:off x="1756984" y="466313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D2991ADE-CF7E-4450-BC64-DEF53C4C4881}"/>
              </a:ext>
            </a:extLst>
          </p:cNvPr>
          <p:cNvSpPr txBox="1"/>
          <p:nvPr/>
        </p:nvSpPr>
        <p:spPr>
          <a:xfrm>
            <a:off x="3658699" y="46537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67655848-C0CA-4323-8163-147BEDE9A69E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4" name="Google Shape;76;p10">
            <a:extLst>
              <a:ext uri="{FF2B5EF4-FFF2-40B4-BE49-F238E27FC236}">
                <a16:creationId xmlns:a16="http://schemas.microsoft.com/office/drawing/2014/main" id="{417868A9-6B3B-4B43-8FD0-599C525E7112}"/>
              </a:ext>
            </a:extLst>
          </p:cNvPr>
          <p:cNvSpPr txBox="1"/>
          <p:nvPr/>
        </p:nvSpPr>
        <p:spPr>
          <a:xfrm>
            <a:off x="7366681" y="463167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AC303602-D608-45B0-AC81-582D18ECF1DB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E3BB9690-A701-4D3D-937E-B720F582AECB}"/>
              </a:ext>
            </a:extLst>
          </p:cNvPr>
          <p:cNvSpPr txBox="1"/>
          <p:nvPr/>
        </p:nvSpPr>
        <p:spPr>
          <a:xfrm>
            <a:off x="-135470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24" name="صورة 23">
            <a:extLst>
              <a:ext uri="{FF2B5EF4-FFF2-40B4-BE49-F238E27FC236}">
                <a16:creationId xmlns:a16="http://schemas.microsoft.com/office/drawing/2014/main" id="{14D41AA2-86EC-6985-9FCC-34BE96C20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592293" y="4985426"/>
            <a:ext cx="1884163" cy="1367953"/>
          </a:xfrm>
          <a:prstGeom prst="rect">
            <a:avLst/>
          </a:prstGeom>
        </p:spPr>
      </p:pic>
      <p:pic>
        <p:nvPicPr>
          <p:cNvPr id="26" name="صورة 25">
            <a:extLst>
              <a:ext uri="{FF2B5EF4-FFF2-40B4-BE49-F238E27FC236}">
                <a16:creationId xmlns:a16="http://schemas.microsoft.com/office/drawing/2014/main" id="{492939CE-D07B-4BEA-08BB-869CBDD7BDD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059"/>
          <a:stretch>
            <a:fillRect/>
          </a:stretch>
        </p:blipFill>
        <p:spPr>
          <a:xfrm>
            <a:off x="3340956" y="4985426"/>
            <a:ext cx="1828822" cy="1367954"/>
          </a:xfrm>
          <a:prstGeom prst="rect">
            <a:avLst/>
          </a:prstGeom>
        </p:spPr>
      </p:pic>
      <p:pic>
        <p:nvPicPr>
          <p:cNvPr id="28" name="صورة 27">
            <a:extLst>
              <a:ext uri="{FF2B5EF4-FFF2-40B4-BE49-F238E27FC236}">
                <a16:creationId xmlns:a16="http://schemas.microsoft.com/office/drawing/2014/main" id="{5C52B023-2DF2-2238-79CD-B267A23945B0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772"/>
          <a:stretch>
            <a:fillRect/>
          </a:stretch>
        </p:blipFill>
        <p:spPr>
          <a:xfrm>
            <a:off x="1009817" y="4979415"/>
            <a:ext cx="1828822" cy="1354546"/>
          </a:xfrm>
          <a:prstGeom prst="rect">
            <a:avLst/>
          </a:prstGeom>
        </p:spPr>
      </p:pic>
      <p:sp>
        <p:nvSpPr>
          <p:cNvPr id="10" name="Google Shape;79;p10">
            <a:extLst>
              <a:ext uri="{FF2B5EF4-FFF2-40B4-BE49-F238E27FC236}">
                <a16:creationId xmlns:a16="http://schemas.microsoft.com/office/drawing/2014/main" id="{F788B955-C69D-109C-C554-E42FA9C18283}"/>
              </a:ext>
            </a:extLst>
          </p:cNvPr>
          <p:cNvSpPr txBox="1"/>
          <p:nvPr/>
        </p:nvSpPr>
        <p:spPr>
          <a:xfrm>
            <a:off x="3417970" y="850502"/>
            <a:ext cx="4956395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 متوسطة و ثانوية جبل العبادل بنات مستأجر 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22C0DFEC-0488-6E41-0C6F-361912020B83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13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220FA005-AF2B-7497-A2D3-CBD20BC4B0D4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sp>
        <p:nvSpPr>
          <p:cNvPr id="14" name="Google Shape;75;p10">
            <a:extLst>
              <a:ext uri="{FF2B5EF4-FFF2-40B4-BE49-F238E27FC236}">
                <a16:creationId xmlns:a16="http://schemas.microsoft.com/office/drawing/2014/main" id="{7C58AA0B-2D76-71F4-1B92-3BCC0665A99D}"/>
              </a:ext>
            </a:extLst>
          </p:cNvPr>
          <p:cNvSpPr txBox="1"/>
          <p:nvPr/>
        </p:nvSpPr>
        <p:spPr>
          <a:xfrm>
            <a:off x="3146590" y="456265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5" name="Google Shape;132;p1">
            <a:extLst>
              <a:ext uri="{FF2B5EF4-FFF2-40B4-BE49-F238E27FC236}">
                <a16:creationId xmlns:a16="http://schemas.microsoft.com/office/drawing/2014/main" id="{26D98291-333C-BB36-B79B-4C4DF05CC3AB}"/>
              </a:ext>
            </a:extLst>
          </p:cNvPr>
          <p:cNvPicPr preferRelativeResize="0"/>
          <p:nvPr/>
        </p:nvPicPr>
        <p:blipFill rotWithShape="1"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372;p23">
            <a:extLst>
              <a:ext uri="{FF2B5EF4-FFF2-40B4-BE49-F238E27FC236}">
                <a16:creationId xmlns:a16="http://schemas.microsoft.com/office/drawing/2014/main" id="{E263E6C1-BDC1-C22A-B266-A0BE7736DC03}"/>
              </a:ext>
            </a:extLst>
          </p:cNvPr>
          <p:cNvSpPr/>
          <p:nvPr/>
        </p:nvSpPr>
        <p:spPr>
          <a:xfrm>
            <a:off x="5571601" y="6428321"/>
            <a:ext cx="1922487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9" name="Google Shape;372;p23">
            <a:extLst>
              <a:ext uri="{FF2B5EF4-FFF2-40B4-BE49-F238E27FC236}">
                <a16:creationId xmlns:a16="http://schemas.microsoft.com/office/drawing/2014/main" id="{B30C39F2-9F12-6FA8-4473-BAEA843F2185}"/>
              </a:ext>
            </a:extLst>
          </p:cNvPr>
          <p:cNvSpPr/>
          <p:nvPr/>
        </p:nvSpPr>
        <p:spPr>
          <a:xfrm>
            <a:off x="3340955" y="6439247"/>
            <a:ext cx="1817259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0" name="Google Shape;372;p23">
            <a:extLst>
              <a:ext uri="{FF2B5EF4-FFF2-40B4-BE49-F238E27FC236}">
                <a16:creationId xmlns:a16="http://schemas.microsoft.com/office/drawing/2014/main" id="{FDAB9298-D1B4-177A-0BCD-CD6C6A25D4B0}"/>
              </a:ext>
            </a:extLst>
          </p:cNvPr>
          <p:cNvSpPr/>
          <p:nvPr/>
        </p:nvSpPr>
        <p:spPr>
          <a:xfrm>
            <a:off x="1021380" y="6439247"/>
            <a:ext cx="1817259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2" name="Google Shape;76;p10">
            <a:extLst>
              <a:ext uri="{FF2B5EF4-FFF2-40B4-BE49-F238E27FC236}">
                <a16:creationId xmlns:a16="http://schemas.microsoft.com/office/drawing/2014/main" id="{E82B0A74-6597-D4C4-EDBF-219DFBCCB6BE}"/>
              </a:ext>
            </a:extLst>
          </p:cNvPr>
          <p:cNvSpPr txBox="1"/>
          <p:nvPr/>
        </p:nvSpPr>
        <p:spPr>
          <a:xfrm>
            <a:off x="6010151" y="6399695"/>
            <a:ext cx="1030516" cy="25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3" name="Google Shape;76;p10">
            <a:extLst>
              <a:ext uri="{FF2B5EF4-FFF2-40B4-BE49-F238E27FC236}">
                <a16:creationId xmlns:a16="http://schemas.microsoft.com/office/drawing/2014/main" id="{1FC82693-5F0A-77C5-B7E6-1C0F68990E78}"/>
              </a:ext>
            </a:extLst>
          </p:cNvPr>
          <p:cNvSpPr txBox="1"/>
          <p:nvPr/>
        </p:nvSpPr>
        <p:spPr>
          <a:xfrm>
            <a:off x="3792968" y="6408008"/>
            <a:ext cx="1030516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4" name="Google Shape;76;p10">
            <a:extLst>
              <a:ext uri="{FF2B5EF4-FFF2-40B4-BE49-F238E27FC236}">
                <a16:creationId xmlns:a16="http://schemas.microsoft.com/office/drawing/2014/main" id="{52EDB6D1-7130-7B73-3D3D-90C62877843D}"/>
              </a:ext>
            </a:extLst>
          </p:cNvPr>
          <p:cNvSpPr txBox="1"/>
          <p:nvPr/>
        </p:nvSpPr>
        <p:spPr>
          <a:xfrm>
            <a:off x="1299493" y="6408089"/>
            <a:ext cx="1197696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EC24698-83C4-0655-6DA5-B419FEA365D4}"/>
              </a:ext>
            </a:extLst>
          </p:cNvPr>
          <p:cNvSpPr txBox="1"/>
          <p:nvPr/>
        </p:nvSpPr>
        <p:spPr>
          <a:xfrm>
            <a:off x="7877704" y="2552163"/>
            <a:ext cx="1354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7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الأحد، ٢٤ أغسطس، ٢٠٢٥ ١:٥٦ م</a:t>
            </a:r>
          </a:p>
          <a:p>
            <a:r>
              <a:rPr lang="ar-SA" sz="7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متوسطة وثانوية جبل العبادل الودافة</a:t>
            </a:r>
            <a:endParaRPr lang="en-SA" sz="70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3" name="Google Shape;75;p10">
            <a:extLst>
              <a:ext uri="{FF2B5EF4-FFF2-40B4-BE49-F238E27FC236}">
                <a16:creationId xmlns:a16="http://schemas.microsoft.com/office/drawing/2014/main" id="{D59E3354-3092-EE14-5926-0B0637C02CC8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2" name="Google Shape;76;p10">
            <a:extLst>
              <a:ext uri="{FF2B5EF4-FFF2-40B4-BE49-F238E27FC236}">
                <a16:creationId xmlns:a16="http://schemas.microsoft.com/office/drawing/2014/main" id="{056CAE18-78A1-1F4D-7C73-695D2DBB2C1C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6" name="صورة 31">
            <a:extLst>
              <a:ext uri="{FF2B5EF4-FFF2-40B4-BE49-F238E27FC236}">
                <a16:creationId xmlns:a16="http://schemas.microsoft.com/office/drawing/2014/main" id="{A5642C3B-3C87-3B00-32E7-B7019DE81AFF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515"/>
          <a:stretch>
            <a:fillRect/>
          </a:stretch>
        </p:blipFill>
        <p:spPr>
          <a:xfrm>
            <a:off x="121816" y="1610333"/>
            <a:ext cx="1627247" cy="1227548"/>
          </a:xfrm>
          <a:prstGeom prst="rect">
            <a:avLst/>
          </a:prstGeom>
        </p:spPr>
      </p:pic>
      <p:pic>
        <p:nvPicPr>
          <p:cNvPr id="18" name="صورة 32">
            <a:extLst>
              <a:ext uri="{FF2B5EF4-FFF2-40B4-BE49-F238E27FC236}">
                <a16:creationId xmlns:a16="http://schemas.microsoft.com/office/drawing/2014/main" id="{705E8780-909D-962B-2C06-59B0950DC642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38061" y="3290165"/>
            <a:ext cx="1636848" cy="1279274"/>
          </a:xfrm>
          <a:prstGeom prst="rect">
            <a:avLst/>
          </a:prstGeom>
        </p:spPr>
      </p:pic>
      <p:pic>
        <p:nvPicPr>
          <p:cNvPr id="19" name="صورة 33">
            <a:extLst>
              <a:ext uri="{FF2B5EF4-FFF2-40B4-BE49-F238E27FC236}">
                <a16:creationId xmlns:a16="http://schemas.microsoft.com/office/drawing/2014/main" id="{1A8A07C5-251E-B3D5-72F7-EEB8FF7D6F5B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20179" y="1612301"/>
            <a:ext cx="1648615" cy="1219081"/>
          </a:xfrm>
          <a:prstGeom prst="rect">
            <a:avLst/>
          </a:prstGeom>
        </p:spPr>
      </p:pic>
      <p:pic>
        <p:nvPicPr>
          <p:cNvPr id="20" name="صورة 4">
            <a:extLst>
              <a:ext uri="{FF2B5EF4-FFF2-40B4-BE49-F238E27FC236}">
                <a16:creationId xmlns:a16="http://schemas.microsoft.com/office/drawing/2014/main" id="{BA5D5A0A-89C9-DB54-B3C7-843689232F6B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569"/>
          <a:stretch>
            <a:fillRect/>
          </a:stretch>
        </p:blipFill>
        <p:spPr>
          <a:xfrm>
            <a:off x="3784099" y="1612302"/>
            <a:ext cx="1683799" cy="1244403"/>
          </a:xfrm>
          <a:prstGeom prst="rect">
            <a:avLst/>
          </a:prstGeom>
        </p:spPr>
      </p:pic>
      <p:pic>
        <p:nvPicPr>
          <p:cNvPr id="21" name="صورة 4">
            <a:extLst>
              <a:ext uri="{FF2B5EF4-FFF2-40B4-BE49-F238E27FC236}">
                <a16:creationId xmlns:a16="http://schemas.microsoft.com/office/drawing/2014/main" id="{19D35D5F-A803-763D-4266-8B85817BB257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58072" y="1612303"/>
            <a:ext cx="1627247" cy="1201633"/>
          </a:xfrm>
          <a:prstGeom prst="rect">
            <a:avLst/>
          </a:prstGeom>
        </p:spPr>
      </p:pic>
      <p:pic>
        <p:nvPicPr>
          <p:cNvPr id="22" name="صورة 4">
            <a:extLst>
              <a:ext uri="{FF2B5EF4-FFF2-40B4-BE49-F238E27FC236}">
                <a16:creationId xmlns:a16="http://schemas.microsoft.com/office/drawing/2014/main" id="{84BE1293-A88F-64A7-E1F6-EAFF84A95492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98000" y="1610332"/>
            <a:ext cx="1622742" cy="1235391"/>
          </a:xfrm>
          <a:prstGeom prst="rect">
            <a:avLst/>
          </a:prstGeom>
        </p:spPr>
      </p:pic>
      <p:pic>
        <p:nvPicPr>
          <p:cNvPr id="35" name="صورة 32">
            <a:extLst>
              <a:ext uri="{FF2B5EF4-FFF2-40B4-BE49-F238E27FC236}">
                <a16:creationId xmlns:a16="http://schemas.microsoft.com/office/drawing/2014/main" id="{9F0B5CBC-C7E8-51C9-7E6D-82A4FBD1D8B8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131" r="-2393"/>
          <a:stretch>
            <a:fillRect/>
          </a:stretch>
        </p:blipFill>
        <p:spPr>
          <a:xfrm>
            <a:off x="5711030" y="3274208"/>
            <a:ext cx="1636848" cy="1294006"/>
          </a:xfrm>
          <a:prstGeom prst="rect">
            <a:avLst/>
          </a:prstGeom>
        </p:spPr>
      </p:pic>
      <p:pic>
        <p:nvPicPr>
          <p:cNvPr id="37" name="صورة 4">
            <a:extLst>
              <a:ext uri="{FF2B5EF4-FFF2-40B4-BE49-F238E27FC236}">
                <a16:creationId xmlns:a16="http://schemas.microsoft.com/office/drawing/2014/main" id="{0FA59354-D278-7339-9262-0F63A1D7A85B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784100" y="3286695"/>
            <a:ext cx="1657114" cy="1279274"/>
          </a:xfrm>
          <a:prstGeom prst="rect">
            <a:avLst/>
          </a:prstGeom>
        </p:spPr>
      </p:pic>
      <p:pic>
        <p:nvPicPr>
          <p:cNvPr id="41" name="صورة 4">
            <a:extLst>
              <a:ext uri="{FF2B5EF4-FFF2-40B4-BE49-F238E27FC236}">
                <a16:creationId xmlns:a16="http://schemas.microsoft.com/office/drawing/2014/main" id="{4E7E3AB5-95DA-298D-3B79-DFAB51177AFC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5843" y="3262740"/>
            <a:ext cx="1592972" cy="1305474"/>
          </a:xfrm>
          <a:prstGeom prst="rect">
            <a:avLst/>
          </a:prstGeom>
        </p:spPr>
      </p:pic>
      <p:pic>
        <p:nvPicPr>
          <p:cNvPr id="44" name="صورة 22">
            <a:extLst>
              <a:ext uri="{FF2B5EF4-FFF2-40B4-BE49-F238E27FC236}">
                <a16:creationId xmlns:a16="http://schemas.microsoft.com/office/drawing/2014/main" id="{E5435F23-38CF-172C-AA97-B32FA2EA1D47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33596" y="3273842"/>
            <a:ext cx="1621859" cy="129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6430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9CA410A7-9C9F-73C1-6D1C-61295243BEA8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C606781F-BD43-9CA8-27DB-052904C32001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8038F563-02F8-CFB0-2A34-4363269846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B1E3222B-DD96-6097-8F33-17EBEEAD166B}"/>
              </a:ext>
            </a:extLst>
          </p:cNvPr>
          <p:cNvGrpSpPr/>
          <p:nvPr/>
        </p:nvGrpSpPr>
        <p:grpSpPr>
          <a:xfrm>
            <a:off x="0" y="6658993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CFACEE66-D7F8-1951-8E21-1EFB7238A4B4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9E920784-63C8-BD2E-ED81-872984FC69D7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C4CD893A-3BC2-23A0-2DB9-25A3CFC73FFD}"/>
              </a:ext>
            </a:extLst>
          </p:cNvPr>
          <p:cNvSpPr txBox="1"/>
          <p:nvPr/>
        </p:nvSpPr>
        <p:spPr>
          <a:xfrm>
            <a:off x="9621542" y="6232979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6F74F2C9-CAB3-AC49-978F-7E7CF60514C9}"/>
              </a:ext>
            </a:extLst>
          </p:cNvPr>
          <p:cNvSpPr/>
          <p:nvPr/>
        </p:nvSpPr>
        <p:spPr>
          <a:xfrm>
            <a:off x="7530169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5A44A220-551C-1D1A-28A3-ED8687BE73FB}"/>
              </a:ext>
            </a:extLst>
          </p:cNvPr>
          <p:cNvSpPr txBox="1"/>
          <p:nvPr/>
        </p:nvSpPr>
        <p:spPr>
          <a:xfrm>
            <a:off x="7342230" y="28241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BBFC61BC-DA13-44E6-AA7A-ECD5399E8638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505A4CD5-13D4-4FE6-99D5-8516006AFC6A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534163B8-6C02-467D-B9A6-0F6D0F37A594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69168705-081A-42F4-86FF-DF15D36167F4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9962B257-48DA-4A7C-B5AC-4DF317F5E11D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952C0E5C-DE1D-4CF5-9FFF-407871B8C98B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15A77352-B7E8-47AC-ADA6-9A5F6AEEDC0F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E7714430-1C16-46B6-B131-2BF56FA01C40}"/>
              </a:ext>
            </a:extLst>
          </p:cNvPr>
          <p:cNvSpPr/>
          <p:nvPr/>
        </p:nvSpPr>
        <p:spPr>
          <a:xfrm>
            <a:off x="3784099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93AE9179-E01F-43E9-87B2-93A4771BB808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4F81B80A-62B1-4008-B4CB-15E2DA6CB78C}"/>
              </a:ext>
            </a:extLst>
          </p:cNvPr>
          <p:cNvSpPr/>
          <p:nvPr/>
        </p:nvSpPr>
        <p:spPr>
          <a:xfrm>
            <a:off x="1915930" y="470604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7216AAF4-5060-4C74-853E-F878C6A2C0DB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B505234F-4748-413B-ADA2-4633508A3634}"/>
              </a:ext>
            </a:extLst>
          </p:cNvPr>
          <p:cNvSpPr/>
          <p:nvPr/>
        </p:nvSpPr>
        <p:spPr>
          <a:xfrm>
            <a:off x="57266" y="464550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354D6305-E4C6-4915-B1F0-49B1260E4F86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CC0B0278-F372-4AA2-9D3F-8EEDBE0FC213}"/>
              </a:ext>
            </a:extLst>
          </p:cNvPr>
          <p:cNvSpPr txBox="1"/>
          <p:nvPr/>
        </p:nvSpPr>
        <p:spPr>
          <a:xfrm>
            <a:off x="-68764" y="460914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379296CA-F2C3-458A-816F-94ACF862C1A1}"/>
              </a:ext>
            </a:extLst>
          </p:cNvPr>
          <p:cNvSpPr txBox="1"/>
          <p:nvPr/>
        </p:nvSpPr>
        <p:spPr>
          <a:xfrm>
            <a:off x="1756984" y="466313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D2991ADE-CF7E-4450-BC64-DEF53C4C4881}"/>
              </a:ext>
            </a:extLst>
          </p:cNvPr>
          <p:cNvSpPr txBox="1"/>
          <p:nvPr/>
        </p:nvSpPr>
        <p:spPr>
          <a:xfrm>
            <a:off x="3658699" y="46537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67655848-C0CA-4323-8163-147BEDE9A69E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4" name="Google Shape;76;p10">
            <a:extLst>
              <a:ext uri="{FF2B5EF4-FFF2-40B4-BE49-F238E27FC236}">
                <a16:creationId xmlns:a16="http://schemas.microsoft.com/office/drawing/2014/main" id="{417868A9-6B3B-4B43-8FD0-599C525E7112}"/>
              </a:ext>
            </a:extLst>
          </p:cNvPr>
          <p:cNvSpPr txBox="1"/>
          <p:nvPr/>
        </p:nvSpPr>
        <p:spPr>
          <a:xfrm>
            <a:off x="7366681" y="463167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AC303602-D608-45B0-AC81-582D18ECF1DB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E3BB9690-A701-4D3D-937E-B720F582AECB}"/>
              </a:ext>
            </a:extLst>
          </p:cNvPr>
          <p:cNvSpPr txBox="1"/>
          <p:nvPr/>
        </p:nvSpPr>
        <p:spPr>
          <a:xfrm>
            <a:off x="-135470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8" name="AutoShape 20">
            <a:extLst>
              <a:ext uri="{FF2B5EF4-FFF2-40B4-BE49-F238E27FC236}">
                <a16:creationId xmlns:a16="http://schemas.microsoft.com/office/drawing/2014/main" id="{5EC971D7-3A9D-D960-B7D9-AF39804EA6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ar-SA"/>
          </a:p>
        </p:txBody>
      </p:sp>
      <p:sp>
        <p:nvSpPr>
          <p:cNvPr id="9" name="Google Shape;79;p10">
            <a:extLst>
              <a:ext uri="{FF2B5EF4-FFF2-40B4-BE49-F238E27FC236}">
                <a16:creationId xmlns:a16="http://schemas.microsoft.com/office/drawing/2014/main" id="{472E8702-C851-A65B-CE2A-B8A369CC313A}"/>
              </a:ext>
            </a:extLst>
          </p:cNvPr>
          <p:cNvSpPr txBox="1"/>
          <p:nvPr/>
        </p:nvSpPr>
        <p:spPr>
          <a:xfrm>
            <a:off x="3417970" y="850502"/>
            <a:ext cx="4956395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 روضة و ابتدائية جبل العبادل بنات مستأجر 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FFA0ABA5-E77A-A7D4-A885-A910F13815B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17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F29556CB-7032-4F4F-716E-7D2A227BAC4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pic>
        <p:nvPicPr>
          <p:cNvPr id="19" name="Google Shape;132;p1">
            <a:extLst>
              <a:ext uri="{FF2B5EF4-FFF2-40B4-BE49-F238E27FC236}">
                <a16:creationId xmlns:a16="http://schemas.microsoft.com/office/drawing/2014/main" id="{118D0ABB-DFD6-25DD-8572-58D6C281F817}"/>
              </a:ext>
            </a:extLst>
          </p:cNvPr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75;p10">
            <a:extLst>
              <a:ext uri="{FF2B5EF4-FFF2-40B4-BE49-F238E27FC236}">
                <a16:creationId xmlns:a16="http://schemas.microsoft.com/office/drawing/2014/main" id="{2F5027D7-883B-4B41-36FF-144FC81DDD6C}"/>
              </a:ext>
            </a:extLst>
          </p:cNvPr>
          <p:cNvSpPr txBox="1"/>
          <p:nvPr/>
        </p:nvSpPr>
        <p:spPr>
          <a:xfrm>
            <a:off x="3285357" y="466219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4" name="شكل حر: شكل 30">
            <a:extLst>
              <a:ext uri="{FF2B5EF4-FFF2-40B4-BE49-F238E27FC236}">
                <a16:creationId xmlns:a16="http://schemas.microsoft.com/office/drawing/2014/main" id="{1C648305-116C-AA4D-E524-46AA203EF00A}"/>
              </a:ext>
            </a:extLst>
          </p:cNvPr>
          <p:cNvSpPr/>
          <p:nvPr/>
        </p:nvSpPr>
        <p:spPr>
          <a:xfrm rot="2700000">
            <a:off x="9642308" y="704255"/>
            <a:ext cx="4788000" cy="4278591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blipFill dpi="0" rotWithShape="0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1" eaLnBrk="1" latinLnBrk="0" hangingPunct="1"/>
            <a:endParaRPr lang="ar-SA"/>
          </a:p>
        </p:txBody>
      </p:sp>
      <p:pic>
        <p:nvPicPr>
          <p:cNvPr id="3" name="صورة 23">
            <a:extLst>
              <a:ext uri="{FF2B5EF4-FFF2-40B4-BE49-F238E27FC236}">
                <a16:creationId xmlns:a16="http://schemas.microsoft.com/office/drawing/2014/main" id="{E9B168F0-A1BA-274C-6481-6D22F79C8C65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996"/>
          <a:stretch>
            <a:fillRect/>
          </a:stretch>
        </p:blipFill>
        <p:spPr>
          <a:xfrm>
            <a:off x="5571601" y="5077604"/>
            <a:ext cx="1988847" cy="1283965"/>
          </a:xfrm>
          <a:prstGeom prst="rect">
            <a:avLst/>
          </a:prstGeom>
        </p:spPr>
      </p:pic>
      <p:pic>
        <p:nvPicPr>
          <p:cNvPr id="6" name="صورة 25">
            <a:extLst>
              <a:ext uri="{FF2B5EF4-FFF2-40B4-BE49-F238E27FC236}">
                <a16:creationId xmlns:a16="http://schemas.microsoft.com/office/drawing/2014/main" id="{83CDD19F-1331-4CF1-2388-623B465B3CB7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668"/>
          <a:stretch>
            <a:fillRect/>
          </a:stretch>
        </p:blipFill>
        <p:spPr>
          <a:xfrm>
            <a:off x="3340955" y="5077604"/>
            <a:ext cx="1817259" cy="1282152"/>
          </a:xfrm>
          <a:prstGeom prst="rect">
            <a:avLst/>
          </a:prstGeom>
        </p:spPr>
      </p:pic>
      <p:sp>
        <p:nvSpPr>
          <p:cNvPr id="20" name="Google Shape;372;p23">
            <a:extLst>
              <a:ext uri="{FF2B5EF4-FFF2-40B4-BE49-F238E27FC236}">
                <a16:creationId xmlns:a16="http://schemas.microsoft.com/office/drawing/2014/main" id="{8F47BF01-B5FF-E9EA-6A05-15AE39033B70}"/>
              </a:ext>
            </a:extLst>
          </p:cNvPr>
          <p:cNvSpPr/>
          <p:nvPr/>
        </p:nvSpPr>
        <p:spPr>
          <a:xfrm>
            <a:off x="5571601" y="6428321"/>
            <a:ext cx="1922487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4" name="Google Shape;372;p23">
            <a:extLst>
              <a:ext uri="{FF2B5EF4-FFF2-40B4-BE49-F238E27FC236}">
                <a16:creationId xmlns:a16="http://schemas.microsoft.com/office/drawing/2014/main" id="{7C56ACB8-7F25-E4FC-4BE7-B7A2A96F8D2D}"/>
              </a:ext>
            </a:extLst>
          </p:cNvPr>
          <p:cNvSpPr/>
          <p:nvPr/>
        </p:nvSpPr>
        <p:spPr>
          <a:xfrm>
            <a:off x="3340955" y="6439247"/>
            <a:ext cx="1817259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6" name="Google Shape;372;p23">
            <a:extLst>
              <a:ext uri="{FF2B5EF4-FFF2-40B4-BE49-F238E27FC236}">
                <a16:creationId xmlns:a16="http://schemas.microsoft.com/office/drawing/2014/main" id="{C7C5A60F-4D93-F170-A1B5-54EA2EEE7CB4}"/>
              </a:ext>
            </a:extLst>
          </p:cNvPr>
          <p:cNvSpPr/>
          <p:nvPr/>
        </p:nvSpPr>
        <p:spPr>
          <a:xfrm>
            <a:off x="1021380" y="6439247"/>
            <a:ext cx="1817259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9" name="Google Shape;76;p10">
            <a:extLst>
              <a:ext uri="{FF2B5EF4-FFF2-40B4-BE49-F238E27FC236}">
                <a16:creationId xmlns:a16="http://schemas.microsoft.com/office/drawing/2014/main" id="{AA0D4E42-9E39-5DD8-A685-499F9149770D}"/>
              </a:ext>
            </a:extLst>
          </p:cNvPr>
          <p:cNvSpPr txBox="1"/>
          <p:nvPr/>
        </p:nvSpPr>
        <p:spPr>
          <a:xfrm>
            <a:off x="6010151" y="6399695"/>
            <a:ext cx="1030516" cy="25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0" name="Google Shape;76;p10">
            <a:extLst>
              <a:ext uri="{FF2B5EF4-FFF2-40B4-BE49-F238E27FC236}">
                <a16:creationId xmlns:a16="http://schemas.microsoft.com/office/drawing/2014/main" id="{5330819B-4737-4EAF-0DE7-810F61844A33}"/>
              </a:ext>
            </a:extLst>
          </p:cNvPr>
          <p:cNvSpPr txBox="1"/>
          <p:nvPr/>
        </p:nvSpPr>
        <p:spPr>
          <a:xfrm>
            <a:off x="3792968" y="6408008"/>
            <a:ext cx="1030516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0" name="Google Shape;76;p10">
            <a:extLst>
              <a:ext uri="{FF2B5EF4-FFF2-40B4-BE49-F238E27FC236}">
                <a16:creationId xmlns:a16="http://schemas.microsoft.com/office/drawing/2014/main" id="{F5B0D4E0-E4FF-7B7B-93DB-3C404D2FC2A4}"/>
              </a:ext>
            </a:extLst>
          </p:cNvPr>
          <p:cNvSpPr txBox="1"/>
          <p:nvPr/>
        </p:nvSpPr>
        <p:spPr>
          <a:xfrm>
            <a:off x="1299493" y="6408089"/>
            <a:ext cx="1197696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02EDAA4-5C66-62A6-4B19-9B24FDF851A6}"/>
              </a:ext>
            </a:extLst>
          </p:cNvPr>
          <p:cNvSpPr txBox="1"/>
          <p:nvPr/>
        </p:nvSpPr>
        <p:spPr>
          <a:xfrm>
            <a:off x="6014907" y="4291230"/>
            <a:ext cx="13067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7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الأحد، ٢٤ أغسطس، ٢٠٢٥ ٣:١٤ م</a:t>
            </a:r>
          </a:p>
          <a:p>
            <a:r>
              <a:rPr lang="ar-SA" sz="7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روضة وابتدائية جبل العبادل الودافة</a:t>
            </a:r>
            <a:endParaRPr lang="en-SA" sz="70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D2F3CAD-7AD5-C216-867B-68C8D9AB78A7}"/>
              </a:ext>
            </a:extLst>
          </p:cNvPr>
          <p:cNvSpPr txBox="1"/>
          <p:nvPr/>
        </p:nvSpPr>
        <p:spPr>
          <a:xfrm>
            <a:off x="519166" y="4291230"/>
            <a:ext cx="13067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7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الأحد، ٢٤ أغسطس، ٢٠٢٥ ٣:١٩ م</a:t>
            </a:r>
          </a:p>
          <a:p>
            <a:r>
              <a:rPr lang="ar-SA" sz="700">
                <a:solidFill>
                  <a:schemeClr val="bg1"/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روضة وابتدائية جبل العبادل الودافة</a:t>
            </a:r>
            <a:endParaRPr lang="en-SA" sz="700">
              <a:solidFill>
                <a:schemeClr val="bg1"/>
              </a:solidFill>
              <a:latin typeface="Dubai Light" panose="020B0303030403030204" pitchFamily="34" charset="-78"/>
              <a:cs typeface="Dubai Light" panose="020B0303030403030204" pitchFamily="34" charset="-78"/>
            </a:endParaRPr>
          </a:p>
        </p:txBody>
      </p:sp>
      <p:sp>
        <p:nvSpPr>
          <p:cNvPr id="5" name="Google Shape;75;p10">
            <a:extLst>
              <a:ext uri="{FF2B5EF4-FFF2-40B4-BE49-F238E27FC236}">
                <a16:creationId xmlns:a16="http://schemas.microsoft.com/office/drawing/2014/main" id="{45A205A8-85B2-8C73-25AB-1290ED6919CF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2" name="Google Shape;76;p10">
            <a:extLst>
              <a:ext uri="{FF2B5EF4-FFF2-40B4-BE49-F238E27FC236}">
                <a16:creationId xmlns:a16="http://schemas.microsoft.com/office/drawing/2014/main" id="{DD97BFED-CF04-5448-903B-101F2B756D2D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7" name="صورة 4">
            <a:extLst>
              <a:ext uri="{FF2B5EF4-FFF2-40B4-BE49-F238E27FC236}">
                <a16:creationId xmlns:a16="http://schemas.microsoft.com/office/drawing/2014/main" id="{ECECC836-38B4-FBE6-24B0-642B56774D60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48480" y="5077605"/>
            <a:ext cx="1817258" cy="1247288"/>
          </a:xfrm>
          <a:prstGeom prst="rect">
            <a:avLst/>
          </a:prstGeom>
        </p:spPr>
      </p:pic>
      <p:pic>
        <p:nvPicPr>
          <p:cNvPr id="8" name="صورة 4">
            <a:extLst>
              <a:ext uri="{FF2B5EF4-FFF2-40B4-BE49-F238E27FC236}">
                <a16:creationId xmlns:a16="http://schemas.microsoft.com/office/drawing/2014/main" id="{392CC8B9-2AA5-6906-6925-2FB90597044D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45808" y="1446692"/>
            <a:ext cx="1641475" cy="1363126"/>
          </a:xfrm>
          <a:prstGeom prst="rect">
            <a:avLst/>
          </a:prstGeom>
        </p:spPr>
      </p:pic>
      <p:pic>
        <p:nvPicPr>
          <p:cNvPr id="10" name="صورة 4">
            <a:extLst>
              <a:ext uri="{FF2B5EF4-FFF2-40B4-BE49-F238E27FC236}">
                <a16:creationId xmlns:a16="http://schemas.microsoft.com/office/drawing/2014/main" id="{03AE7953-F263-50F7-3EDD-835DDEFE782B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09589" y="1443664"/>
            <a:ext cx="1611153" cy="1357228"/>
          </a:xfrm>
          <a:prstGeom prst="rect">
            <a:avLst/>
          </a:prstGeom>
        </p:spPr>
      </p:pic>
      <p:pic>
        <p:nvPicPr>
          <p:cNvPr id="15" name="صورة 4">
            <a:extLst>
              <a:ext uri="{FF2B5EF4-FFF2-40B4-BE49-F238E27FC236}">
                <a16:creationId xmlns:a16="http://schemas.microsoft.com/office/drawing/2014/main" id="{A8E2FE4C-63E0-6FEE-5B8E-997CA8A7F575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79"/>
          <a:stretch>
            <a:fillRect/>
          </a:stretch>
        </p:blipFill>
        <p:spPr>
          <a:xfrm>
            <a:off x="3823518" y="3333252"/>
            <a:ext cx="1617695" cy="1260758"/>
          </a:xfrm>
          <a:prstGeom prst="rect">
            <a:avLst/>
          </a:prstGeom>
        </p:spPr>
      </p:pic>
      <p:pic>
        <p:nvPicPr>
          <p:cNvPr id="31" name="صورة 4">
            <a:extLst>
              <a:ext uri="{FF2B5EF4-FFF2-40B4-BE49-F238E27FC236}">
                <a16:creationId xmlns:a16="http://schemas.microsoft.com/office/drawing/2014/main" id="{C0D1F6A8-8FE3-36CD-913E-FF9E0E54A226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843"/>
          <a:stretch>
            <a:fillRect/>
          </a:stretch>
        </p:blipFill>
        <p:spPr>
          <a:xfrm>
            <a:off x="1878463" y="1454679"/>
            <a:ext cx="1690081" cy="1337057"/>
          </a:xfrm>
          <a:prstGeom prst="rect">
            <a:avLst/>
          </a:prstGeom>
        </p:spPr>
      </p:pic>
      <p:pic>
        <p:nvPicPr>
          <p:cNvPr id="32" name="صورة 13">
            <a:extLst>
              <a:ext uri="{FF2B5EF4-FFF2-40B4-BE49-F238E27FC236}">
                <a16:creationId xmlns:a16="http://schemas.microsoft.com/office/drawing/2014/main" id="{FFF91FE2-4568-0B7B-4EED-23AF348B09ED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354"/>
          <a:stretch>
            <a:fillRect/>
          </a:stretch>
        </p:blipFill>
        <p:spPr>
          <a:xfrm>
            <a:off x="154953" y="1443664"/>
            <a:ext cx="1559427" cy="1349262"/>
          </a:xfrm>
          <a:prstGeom prst="rect">
            <a:avLst/>
          </a:prstGeom>
        </p:spPr>
      </p:pic>
      <p:pic>
        <p:nvPicPr>
          <p:cNvPr id="33" name="صورة 14">
            <a:extLst>
              <a:ext uri="{FF2B5EF4-FFF2-40B4-BE49-F238E27FC236}">
                <a16:creationId xmlns:a16="http://schemas.microsoft.com/office/drawing/2014/main" id="{C93FA441-1D8D-ED7B-3F0D-DC44EC79923F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480"/>
          <a:stretch>
            <a:fillRect/>
          </a:stretch>
        </p:blipFill>
        <p:spPr>
          <a:xfrm>
            <a:off x="1907084" y="3333253"/>
            <a:ext cx="1636917" cy="1270078"/>
          </a:xfrm>
          <a:prstGeom prst="rect">
            <a:avLst/>
          </a:prstGeom>
        </p:spPr>
      </p:pic>
      <p:pic>
        <p:nvPicPr>
          <p:cNvPr id="34" name="صورة 4">
            <a:extLst>
              <a:ext uri="{FF2B5EF4-FFF2-40B4-BE49-F238E27FC236}">
                <a16:creationId xmlns:a16="http://schemas.microsoft.com/office/drawing/2014/main" id="{5673BB24-E2FA-D0DB-32D4-835167654BBA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757"/>
          <a:stretch>
            <a:fillRect/>
          </a:stretch>
        </p:blipFill>
        <p:spPr>
          <a:xfrm>
            <a:off x="3762686" y="1465599"/>
            <a:ext cx="1721837" cy="1344219"/>
          </a:xfrm>
          <a:prstGeom prst="rect">
            <a:avLst/>
          </a:prstGeom>
        </p:spPr>
      </p:pic>
      <p:pic>
        <p:nvPicPr>
          <p:cNvPr id="35" name="صورة 4">
            <a:extLst>
              <a:ext uri="{FF2B5EF4-FFF2-40B4-BE49-F238E27FC236}">
                <a16:creationId xmlns:a16="http://schemas.microsoft.com/office/drawing/2014/main" id="{99A93150-34DD-725D-6684-78206EB5C201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997"/>
          <a:stretch>
            <a:fillRect/>
          </a:stretch>
        </p:blipFill>
        <p:spPr>
          <a:xfrm>
            <a:off x="7543711" y="3333252"/>
            <a:ext cx="1643572" cy="1294859"/>
          </a:xfrm>
          <a:prstGeom prst="rect">
            <a:avLst/>
          </a:prstGeom>
        </p:spPr>
      </p:pic>
      <p:pic>
        <p:nvPicPr>
          <p:cNvPr id="41" name="صورة 4">
            <a:extLst>
              <a:ext uri="{FF2B5EF4-FFF2-40B4-BE49-F238E27FC236}">
                <a16:creationId xmlns:a16="http://schemas.microsoft.com/office/drawing/2014/main" id="{2534C3A2-1A12-BF70-A6CD-31BB4BAFF117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096"/>
          <a:stretch>
            <a:fillRect/>
          </a:stretch>
        </p:blipFill>
        <p:spPr>
          <a:xfrm>
            <a:off x="5677318" y="3333252"/>
            <a:ext cx="1712843" cy="1286612"/>
          </a:xfrm>
          <a:prstGeom prst="rect">
            <a:avLst/>
          </a:prstGeom>
        </p:spPr>
      </p:pic>
      <p:pic>
        <p:nvPicPr>
          <p:cNvPr id="42" name="صورة 4">
            <a:extLst>
              <a:ext uri="{FF2B5EF4-FFF2-40B4-BE49-F238E27FC236}">
                <a16:creationId xmlns:a16="http://schemas.microsoft.com/office/drawing/2014/main" id="{82760067-4F16-00CE-A03B-D3ACB3DB7D84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623"/>
          <a:stretch>
            <a:fillRect/>
          </a:stretch>
        </p:blipFill>
        <p:spPr>
          <a:xfrm>
            <a:off x="89326" y="3323906"/>
            <a:ext cx="1678215" cy="125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0020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B164C-09BB-D6FE-295B-E2FED6F2B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762E1A67-1E02-AE04-0DDC-4696C447857F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0120A90F-B6CB-901D-63A3-0C96E7818409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BEADE0F3-D416-39A4-3F95-3CD52BAC62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2B41F25E-9E73-F7E9-C3E9-4B669692EA93}"/>
              </a:ext>
            </a:extLst>
          </p:cNvPr>
          <p:cNvGrpSpPr/>
          <p:nvPr/>
        </p:nvGrpSpPr>
        <p:grpSpPr>
          <a:xfrm>
            <a:off x="0" y="6658993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C71FE34A-A8C9-E014-997D-18958E2D10E6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BDF36F47-0799-A87A-F03A-5367AC7AEF10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179424E4-1BD1-D6CE-875D-03FC96C6E688}"/>
              </a:ext>
            </a:extLst>
          </p:cNvPr>
          <p:cNvSpPr txBox="1"/>
          <p:nvPr/>
        </p:nvSpPr>
        <p:spPr>
          <a:xfrm>
            <a:off x="9531024" y="6253460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E2925577-34EA-ACC6-8502-E44E25DBDB27}"/>
              </a:ext>
            </a:extLst>
          </p:cNvPr>
          <p:cNvSpPr/>
          <p:nvPr/>
        </p:nvSpPr>
        <p:spPr>
          <a:xfrm>
            <a:off x="7530169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8417198E-7DA2-CBFF-CE89-1CD1556CFB86}"/>
              </a:ext>
            </a:extLst>
          </p:cNvPr>
          <p:cNvSpPr txBox="1"/>
          <p:nvPr/>
        </p:nvSpPr>
        <p:spPr>
          <a:xfrm>
            <a:off x="7342230" y="28241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A94B6CE3-1A6B-7D44-4E26-97E05F5E88F7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32F05689-39D5-E1CA-7131-46344567B9B5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E09C1C3C-5996-C4F0-8EDE-058B0C4AD691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531D2802-3401-F964-C135-6CDD9D6AE470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B073592D-A95A-21D7-6D32-BDAF674C2523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7" name="Google Shape;372;p23">
            <a:extLst>
              <a:ext uri="{FF2B5EF4-FFF2-40B4-BE49-F238E27FC236}">
                <a16:creationId xmlns:a16="http://schemas.microsoft.com/office/drawing/2014/main" id="{70F4288C-8496-6799-4E27-AC8204DBFEBF}"/>
              </a:ext>
            </a:extLst>
          </p:cNvPr>
          <p:cNvSpPr/>
          <p:nvPr/>
        </p:nvSpPr>
        <p:spPr>
          <a:xfrm>
            <a:off x="6086992" y="646423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435D7DC4-DAEF-FBDD-3C54-2979CF486401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06634938-B80E-45A6-EF2E-EF5C5730942D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C05FB942-81F8-C5E2-BFF7-4E773A362864}"/>
              </a:ext>
            </a:extLst>
          </p:cNvPr>
          <p:cNvSpPr/>
          <p:nvPr/>
        </p:nvSpPr>
        <p:spPr>
          <a:xfrm>
            <a:off x="3784099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372;p23">
            <a:extLst>
              <a:ext uri="{FF2B5EF4-FFF2-40B4-BE49-F238E27FC236}">
                <a16:creationId xmlns:a16="http://schemas.microsoft.com/office/drawing/2014/main" id="{1BFCF365-1322-1CD9-8D85-BB3DAA2DAE50}"/>
              </a:ext>
            </a:extLst>
          </p:cNvPr>
          <p:cNvSpPr/>
          <p:nvPr/>
        </p:nvSpPr>
        <p:spPr>
          <a:xfrm>
            <a:off x="4199473" y="642998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9DE51088-C5FF-A3C1-F1FC-18A2AF566792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7EB74355-E51D-BD47-72F9-B25298BF9B74}"/>
              </a:ext>
            </a:extLst>
          </p:cNvPr>
          <p:cNvSpPr/>
          <p:nvPr/>
        </p:nvSpPr>
        <p:spPr>
          <a:xfrm>
            <a:off x="1915930" y="470604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372;p23">
            <a:extLst>
              <a:ext uri="{FF2B5EF4-FFF2-40B4-BE49-F238E27FC236}">
                <a16:creationId xmlns:a16="http://schemas.microsoft.com/office/drawing/2014/main" id="{CDDB487D-4793-445D-E870-9CF5BDBE8357}"/>
              </a:ext>
            </a:extLst>
          </p:cNvPr>
          <p:cNvSpPr/>
          <p:nvPr/>
        </p:nvSpPr>
        <p:spPr>
          <a:xfrm>
            <a:off x="2321871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3" name="Google Shape;372;p23">
            <a:extLst>
              <a:ext uri="{FF2B5EF4-FFF2-40B4-BE49-F238E27FC236}">
                <a16:creationId xmlns:a16="http://schemas.microsoft.com/office/drawing/2014/main" id="{BFD4F14B-F95A-3867-08C0-74FAE59F8EFF}"/>
              </a:ext>
            </a:extLst>
          </p:cNvPr>
          <p:cNvSpPr/>
          <p:nvPr/>
        </p:nvSpPr>
        <p:spPr>
          <a:xfrm>
            <a:off x="367417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A124C170-EDF3-FD1E-8664-35C7CF6916A2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5571C354-E008-6C7C-69F5-F90747065316}"/>
              </a:ext>
            </a:extLst>
          </p:cNvPr>
          <p:cNvSpPr/>
          <p:nvPr/>
        </p:nvSpPr>
        <p:spPr>
          <a:xfrm>
            <a:off x="57266" y="470990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62F9786A-882A-1CEE-DF33-0B8956D9FD7E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A4CBB877-55D9-F6C8-7672-DE24A6ACD2D6}"/>
              </a:ext>
            </a:extLst>
          </p:cNvPr>
          <p:cNvSpPr txBox="1"/>
          <p:nvPr/>
        </p:nvSpPr>
        <p:spPr>
          <a:xfrm>
            <a:off x="-58762" y="4674932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6204C459-CD70-EB3E-3928-C7693BEE27AA}"/>
              </a:ext>
            </a:extLst>
          </p:cNvPr>
          <p:cNvSpPr txBox="1"/>
          <p:nvPr/>
        </p:nvSpPr>
        <p:spPr>
          <a:xfrm>
            <a:off x="1756984" y="466313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649BD41A-3042-7CEB-8817-F7B1A63ECD48}"/>
              </a:ext>
            </a:extLst>
          </p:cNvPr>
          <p:cNvSpPr txBox="1"/>
          <p:nvPr/>
        </p:nvSpPr>
        <p:spPr>
          <a:xfrm>
            <a:off x="3658699" y="46537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0CC138B0-0CA9-258B-FF90-903C03BF5E93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4" name="Google Shape;76;p10">
            <a:extLst>
              <a:ext uri="{FF2B5EF4-FFF2-40B4-BE49-F238E27FC236}">
                <a16:creationId xmlns:a16="http://schemas.microsoft.com/office/drawing/2014/main" id="{75F1E321-72AC-4753-229A-884CD6C62988}"/>
              </a:ext>
            </a:extLst>
          </p:cNvPr>
          <p:cNvSpPr txBox="1"/>
          <p:nvPr/>
        </p:nvSpPr>
        <p:spPr>
          <a:xfrm>
            <a:off x="7366681" y="463167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BABA6267-3452-61B3-D966-866F0D7D54C7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188491FD-CF87-D8BD-94BA-BC4FCF99A558}"/>
              </a:ext>
            </a:extLst>
          </p:cNvPr>
          <p:cNvSpPr txBox="1"/>
          <p:nvPr/>
        </p:nvSpPr>
        <p:spPr>
          <a:xfrm>
            <a:off x="-135470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7" name="Google Shape;76;p10">
            <a:extLst>
              <a:ext uri="{FF2B5EF4-FFF2-40B4-BE49-F238E27FC236}">
                <a16:creationId xmlns:a16="http://schemas.microsoft.com/office/drawing/2014/main" id="{670B858B-B4F1-FAA6-612B-351E8DBB5949}"/>
              </a:ext>
            </a:extLst>
          </p:cNvPr>
          <p:cNvSpPr txBox="1"/>
          <p:nvPr/>
        </p:nvSpPr>
        <p:spPr>
          <a:xfrm>
            <a:off x="5967625" y="643019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8" name="Google Shape;76;p10">
            <a:extLst>
              <a:ext uri="{FF2B5EF4-FFF2-40B4-BE49-F238E27FC236}">
                <a16:creationId xmlns:a16="http://schemas.microsoft.com/office/drawing/2014/main" id="{A04FA23F-30AA-C7A5-FD50-3A66A3A81F9B}"/>
              </a:ext>
            </a:extLst>
          </p:cNvPr>
          <p:cNvSpPr txBox="1"/>
          <p:nvPr/>
        </p:nvSpPr>
        <p:spPr>
          <a:xfrm>
            <a:off x="3993435" y="640898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9" name="Google Shape;76;p10">
            <a:extLst>
              <a:ext uri="{FF2B5EF4-FFF2-40B4-BE49-F238E27FC236}">
                <a16:creationId xmlns:a16="http://schemas.microsoft.com/office/drawing/2014/main" id="{4EB48745-CE52-4906-D29D-E1CD4A336EF2}"/>
              </a:ext>
            </a:extLst>
          </p:cNvPr>
          <p:cNvSpPr txBox="1"/>
          <p:nvPr/>
        </p:nvSpPr>
        <p:spPr>
          <a:xfrm>
            <a:off x="2164894" y="641995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0" name="Google Shape;76;p10">
            <a:extLst>
              <a:ext uri="{FF2B5EF4-FFF2-40B4-BE49-F238E27FC236}">
                <a16:creationId xmlns:a16="http://schemas.microsoft.com/office/drawing/2014/main" id="{811E5692-75A6-3D12-1AEB-8AEE17DC1C1B}"/>
              </a:ext>
            </a:extLst>
          </p:cNvPr>
          <p:cNvSpPr txBox="1"/>
          <p:nvPr/>
        </p:nvSpPr>
        <p:spPr>
          <a:xfrm>
            <a:off x="190704" y="6428881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" name="Google Shape;79;p10">
            <a:extLst>
              <a:ext uri="{FF2B5EF4-FFF2-40B4-BE49-F238E27FC236}">
                <a16:creationId xmlns:a16="http://schemas.microsoft.com/office/drawing/2014/main" id="{DCC9AF12-C62B-9CA4-38C6-EFEC7D816F89}"/>
              </a:ext>
            </a:extLst>
          </p:cNvPr>
          <p:cNvSpPr txBox="1"/>
          <p:nvPr/>
        </p:nvSpPr>
        <p:spPr>
          <a:xfrm>
            <a:off x="3417970" y="850502"/>
            <a:ext cx="4956395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 ابتدائية الحميراء بنات مستأجر)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30B2CF9F-BEC9-F035-5B23-B61AF6B2312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13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1E14981F-9D27-E423-AE48-F0667634142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sp>
        <p:nvSpPr>
          <p:cNvPr id="14" name="Google Shape;75;p10">
            <a:extLst>
              <a:ext uri="{FF2B5EF4-FFF2-40B4-BE49-F238E27FC236}">
                <a16:creationId xmlns:a16="http://schemas.microsoft.com/office/drawing/2014/main" id="{21C6DE4F-FD4A-B6B2-B9E5-5BE12CBEEDDB}"/>
              </a:ext>
            </a:extLst>
          </p:cNvPr>
          <p:cNvSpPr txBox="1"/>
          <p:nvPr/>
        </p:nvSpPr>
        <p:spPr>
          <a:xfrm>
            <a:off x="3146590" y="456265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5" name="Google Shape;132;p1">
            <a:extLst>
              <a:ext uri="{FF2B5EF4-FFF2-40B4-BE49-F238E27FC236}">
                <a16:creationId xmlns:a16="http://schemas.microsoft.com/office/drawing/2014/main" id="{225D9A5D-E706-F4EF-2572-CE6DC9F74B6E}"/>
              </a:ext>
            </a:extLst>
          </p:cNvPr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شكل حر: شكل 30">
            <a:extLst>
              <a:ext uri="{FF2B5EF4-FFF2-40B4-BE49-F238E27FC236}">
                <a16:creationId xmlns:a16="http://schemas.microsoft.com/office/drawing/2014/main" id="{AFCAA516-919A-57AE-DCE1-3E4E9F5EDC25}"/>
              </a:ext>
            </a:extLst>
          </p:cNvPr>
          <p:cNvSpPr/>
          <p:nvPr/>
        </p:nvSpPr>
        <p:spPr>
          <a:xfrm rot="2700000">
            <a:off x="9666127" y="706428"/>
            <a:ext cx="4753477" cy="4278591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blipFill dpi="0" rotWithShape="0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1" eaLnBrk="1" latinLnBrk="0" hangingPunct="1"/>
            <a:endParaRPr lang="ar-SA"/>
          </a:p>
        </p:txBody>
      </p:sp>
      <p:pic>
        <p:nvPicPr>
          <p:cNvPr id="42" name="صورة 4">
            <a:extLst>
              <a:ext uri="{FF2B5EF4-FFF2-40B4-BE49-F238E27FC236}">
                <a16:creationId xmlns:a16="http://schemas.microsoft.com/office/drawing/2014/main" id="{B62072A0-D99F-BB6E-986A-D60CF4FD5A17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847"/>
          <a:stretch>
            <a:fillRect/>
          </a:stretch>
        </p:blipFill>
        <p:spPr>
          <a:xfrm>
            <a:off x="4208146" y="5091354"/>
            <a:ext cx="1685912" cy="1277822"/>
          </a:xfrm>
          <a:prstGeom prst="rect">
            <a:avLst/>
          </a:prstGeom>
        </p:spPr>
      </p:pic>
      <p:pic>
        <p:nvPicPr>
          <p:cNvPr id="48" name="صورة 4">
            <a:extLst>
              <a:ext uri="{FF2B5EF4-FFF2-40B4-BE49-F238E27FC236}">
                <a16:creationId xmlns:a16="http://schemas.microsoft.com/office/drawing/2014/main" id="{FC431775-14F7-F511-11F8-7F1566410E67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036"/>
          <a:stretch>
            <a:fillRect/>
          </a:stretch>
        </p:blipFill>
        <p:spPr>
          <a:xfrm>
            <a:off x="2265755" y="5072215"/>
            <a:ext cx="1703258" cy="1291313"/>
          </a:xfrm>
          <a:prstGeom prst="rect">
            <a:avLst/>
          </a:prstGeom>
        </p:spPr>
      </p:pic>
      <p:pic>
        <p:nvPicPr>
          <p:cNvPr id="3" name="صورة 4">
            <a:extLst>
              <a:ext uri="{FF2B5EF4-FFF2-40B4-BE49-F238E27FC236}">
                <a16:creationId xmlns:a16="http://schemas.microsoft.com/office/drawing/2014/main" id="{2F5CA31A-8B70-C739-7DF6-1FA264E077E5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78373" y="5091354"/>
            <a:ext cx="1685912" cy="1256608"/>
          </a:xfrm>
          <a:prstGeom prst="rect">
            <a:avLst/>
          </a:prstGeom>
        </p:spPr>
      </p:pic>
      <p:pic>
        <p:nvPicPr>
          <p:cNvPr id="6" name="صورة 4">
            <a:extLst>
              <a:ext uri="{FF2B5EF4-FFF2-40B4-BE49-F238E27FC236}">
                <a16:creationId xmlns:a16="http://schemas.microsoft.com/office/drawing/2014/main" id="{BC276FA1-57D0-4066-ECD7-34B77C756FC8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531"/>
          <a:stretch>
            <a:fillRect/>
          </a:stretch>
        </p:blipFill>
        <p:spPr>
          <a:xfrm>
            <a:off x="367417" y="5063276"/>
            <a:ext cx="1703259" cy="1284686"/>
          </a:xfrm>
          <a:prstGeom prst="rect">
            <a:avLst/>
          </a:prstGeom>
        </p:spPr>
      </p:pic>
      <p:sp>
        <p:nvSpPr>
          <p:cNvPr id="7" name="Google Shape;75;p10">
            <a:extLst>
              <a:ext uri="{FF2B5EF4-FFF2-40B4-BE49-F238E27FC236}">
                <a16:creationId xmlns:a16="http://schemas.microsoft.com/office/drawing/2014/main" id="{AED271D9-576C-A993-42DB-8E3ADD5F0B8B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(يونيو)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" name="Google Shape;76;p10">
            <a:extLst>
              <a:ext uri="{FF2B5EF4-FFF2-40B4-BE49-F238E27FC236}">
                <a16:creationId xmlns:a16="http://schemas.microsoft.com/office/drawing/2014/main" id="{989EED20-75E2-41D5-B788-7F62C8726AE3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  2026/6/16 الى 2026/7/15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1" name="صورة 4">
            <a:extLst>
              <a:ext uri="{FF2B5EF4-FFF2-40B4-BE49-F238E27FC236}">
                <a16:creationId xmlns:a16="http://schemas.microsoft.com/office/drawing/2014/main" id="{90A99E29-21A8-9CAD-35BE-C12169379379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30169" y="1460634"/>
            <a:ext cx="1663494" cy="1341472"/>
          </a:xfrm>
          <a:prstGeom prst="rect">
            <a:avLst/>
          </a:prstGeom>
        </p:spPr>
      </p:pic>
      <p:pic>
        <p:nvPicPr>
          <p:cNvPr id="12" name="صورة 32">
            <a:extLst>
              <a:ext uri="{FF2B5EF4-FFF2-40B4-BE49-F238E27FC236}">
                <a16:creationId xmlns:a16="http://schemas.microsoft.com/office/drawing/2014/main" id="{4486532D-EC4B-850C-A3F3-AF3D7C43EB5C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253"/>
          <a:stretch>
            <a:fillRect/>
          </a:stretch>
        </p:blipFill>
        <p:spPr>
          <a:xfrm>
            <a:off x="7523789" y="3236586"/>
            <a:ext cx="1657114" cy="1356545"/>
          </a:xfrm>
          <a:prstGeom prst="rect">
            <a:avLst/>
          </a:prstGeom>
        </p:spPr>
      </p:pic>
      <p:pic>
        <p:nvPicPr>
          <p:cNvPr id="16" name="صورة 4">
            <a:extLst>
              <a:ext uri="{FF2B5EF4-FFF2-40B4-BE49-F238E27FC236}">
                <a16:creationId xmlns:a16="http://schemas.microsoft.com/office/drawing/2014/main" id="{E05FF111-3146-BF4E-1A60-AE3A5CD2D849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126"/>
          <a:stretch>
            <a:fillRect/>
          </a:stretch>
        </p:blipFill>
        <p:spPr>
          <a:xfrm>
            <a:off x="3749973" y="1439269"/>
            <a:ext cx="1699738" cy="1360741"/>
          </a:xfrm>
          <a:prstGeom prst="rect">
            <a:avLst/>
          </a:prstGeom>
        </p:spPr>
      </p:pic>
      <p:pic>
        <p:nvPicPr>
          <p:cNvPr id="18" name="صورة 4">
            <a:extLst>
              <a:ext uri="{FF2B5EF4-FFF2-40B4-BE49-F238E27FC236}">
                <a16:creationId xmlns:a16="http://schemas.microsoft.com/office/drawing/2014/main" id="{B6C37E95-FB57-2D0B-3AB2-35516CB2F7E9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87"/>
          <a:stretch>
            <a:fillRect/>
          </a:stretch>
        </p:blipFill>
        <p:spPr>
          <a:xfrm>
            <a:off x="157302" y="1439269"/>
            <a:ext cx="1557078" cy="1323270"/>
          </a:xfrm>
          <a:prstGeom prst="rect">
            <a:avLst/>
          </a:prstGeom>
        </p:spPr>
      </p:pic>
      <p:pic>
        <p:nvPicPr>
          <p:cNvPr id="19" name="صورة 4">
            <a:extLst>
              <a:ext uri="{FF2B5EF4-FFF2-40B4-BE49-F238E27FC236}">
                <a16:creationId xmlns:a16="http://schemas.microsoft.com/office/drawing/2014/main" id="{DA9A53F4-336C-45D3-A848-8714B601031E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059"/>
          <a:stretch>
            <a:fillRect/>
          </a:stretch>
        </p:blipFill>
        <p:spPr>
          <a:xfrm>
            <a:off x="5709053" y="3228297"/>
            <a:ext cx="1673345" cy="1356545"/>
          </a:xfrm>
          <a:prstGeom prst="rect">
            <a:avLst/>
          </a:prstGeom>
        </p:spPr>
      </p:pic>
      <p:pic>
        <p:nvPicPr>
          <p:cNvPr id="20" name="صورة 4">
            <a:extLst>
              <a:ext uri="{FF2B5EF4-FFF2-40B4-BE49-F238E27FC236}">
                <a16:creationId xmlns:a16="http://schemas.microsoft.com/office/drawing/2014/main" id="{8EF650E3-FDA7-7E24-D0EC-5221E06CBE00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21005" y="1454756"/>
            <a:ext cx="1699737" cy="1340212"/>
          </a:xfrm>
          <a:prstGeom prst="rect">
            <a:avLst/>
          </a:prstGeom>
        </p:spPr>
      </p:pic>
      <p:pic>
        <p:nvPicPr>
          <p:cNvPr id="21" name="صورة 4">
            <a:extLst>
              <a:ext uri="{FF2B5EF4-FFF2-40B4-BE49-F238E27FC236}">
                <a16:creationId xmlns:a16="http://schemas.microsoft.com/office/drawing/2014/main" id="{31C08C29-288C-28DB-160E-78B9FCC12681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11" b="-55"/>
          <a:stretch>
            <a:fillRect/>
          </a:stretch>
        </p:blipFill>
        <p:spPr>
          <a:xfrm>
            <a:off x="1921548" y="3245865"/>
            <a:ext cx="1644195" cy="1270623"/>
          </a:xfrm>
          <a:prstGeom prst="rect">
            <a:avLst/>
          </a:prstGeom>
        </p:spPr>
      </p:pic>
      <p:pic>
        <p:nvPicPr>
          <p:cNvPr id="22" name="صورة 4">
            <a:extLst>
              <a:ext uri="{FF2B5EF4-FFF2-40B4-BE49-F238E27FC236}">
                <a16:creationId xmlns:a16="http://schemas.microsoft.com/office/drawing/2014/main" id="{595E4367-8C15-C6A8-4F30-18F80F5C49EE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194"/>
          <a:stretch>
            <a:fillRect/>
          </a:stretch>
        </p:blipFill>
        <p:spPr>
          <a:xfrm>
            <a:off x="3792597" y="3236386"/>
            <a:ext cx="1657115" cy="1319127"/>
          </a:xfrm>
          <a:prstGeom prst="rect">
            <a:avLst/>
          </a:prstGeom>
        </p:spPr>
      </p:pic>
      <p:pic>
        <p:nvPicPr>
          <p:cNvPr id="24" name="صورة 4">
            <a:extLst>
              <a:ext uri="{FF2B5EF4-FFF2-40B4-BE49-F238E27FC236}">
                <a16:creationId xmlns:a16="http://schemas.microsoft.com/office/drawing/2014/main" id="{6402C5A8-C618-ECB0-EBCD-42FDEFCD5052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184" y="3228298"/>
            <a:ext cx="1644195" cy="1308063"/>
          </a:xfrm>
          <a:prstGeom prst="rect">
            <a:avLst/>
          </a:prstGeom>
        </p:spPr>
      </p:pic>
      <p:pic>
        <p:nvPicPr>
          <p:cNvPr id="35" name="صورة 4">
            <a:extLst>
              <a:ext uri="{FF2B5EF4-FFF2-40B4-BE49-F238E27FC236}">
                <a16:creationId xmlns:a16="http://schemas.microsoft.com/office/drawing/2014/main" id="{6E6FE643-707F-9311-881F-8617A6CD9532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469" b="-476"/>
          <a:stretch>
            <a:fillRect/>
          </a:stretch>
        </p:blipFill>
        <p:spPr>
          <a:xfrm>
            <a:off x="1908974" y="1351110"/>
            <a:ext cx="1663494" cy="1424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966082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130174</TotalTime>
  <Words>3520</Words>
  <Application>Microsoft Macintosh PowerPoint</Application>
  <PresentationFormat>Widescreen</PresentationFormat>
  <Paragraphs>920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Aptos</vt:lpstr>
      <vt:lpstr>Aptos Display</vt:lpstr>
      <vt:lpstr>Arial</vt:lpstr>
      <vt:lpstr>Dubai Light</vt:lpstr>
      <vt:lpstr>Sakkal Majalla</vt:lpstr>
      <vt:lpstr>Tajawal</vt:lpstr>
      <vt:lpstr>نسق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Mathail Damdam</dc:creator>
  <cp:lastModifiedBy>المعتز بالله الجابري</cp:lastModifiedBy>
  <cp:revision>29</cp:revision>
  <cp:lastPrinted>2024-08-12T12:13:17Z</cp:lastPrinted>
  <dcterms:created xsi:type="dcterms:W3CDTF">2024-08-06T05:25:57Z</dcterms:created>
  <dcterms:modified xsi:type="dcterms:W3CDTF">2026-08-27T05:00:51Z</dcterms:modified>
</cp:coreProperties>
</file>